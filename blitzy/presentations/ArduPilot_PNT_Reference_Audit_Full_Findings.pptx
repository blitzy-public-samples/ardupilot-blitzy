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 THIS DECK FOLLOWS</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figure on every slide is a figure the audit itself states.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each cell’s source lines are set one paragraph per line, in the audit’s own order, with their indentation and their blank lines intact.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468378"/>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32544"/>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40585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30899"/>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[MULTI-CATEGORY] spans &gt;1 PNT category (emitted once per table)</a:t>
            </a:r>
          </a:p>
        </p:txBody>
      </p:sp>
      <p:graphicFrame>
        <p:nvGraphicFramePr>
          <p:cNvPr id="8" name="Table 7"/>
          <p:cNvGraphicFramePr>
            <a:graphicFrameLocks noGrp="1"/>
          </p:cNvGraphicFramePr>
          <p:nvPr/>
        </p:nvGraphicFramePr>
        <p:xfrm>
          <a:off x="566928" y="2379840"/>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824128"/>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libraries/AP_GPS/AP_GPS_UBLOX.cpp</a:t>
                      </a:r>
                      <a:r>
                        <a:rPr sz="1100" b="0">
                          <a:solidFill>
                            <a:srgbClr val="999999"/>
                          </a:solidFill>
                          <a:latin typeface="Fira Code"/>
                        </a:rPr>
                        <a:t>  ·  </a:t>
                      </a:r>
                      <a:r>
                        <a:rPr sz="1100" b="0">
                          <a:solidFill>
                            <a:srgbClr val="999999"/>
                          </a:solidFill>
                          <a:latin typeface="Fira Code"/>
                        </a:rPr>
                        <a:t>1510-1518</a:t>
                      </a:r>
                      <a:r>
                        <a:rPr sz="1100" b="0">
                          <a:solidFill>
                            <a:srgbClr val="999999"/>
                          </a:solidFill>
                          <a:latin typeface="Fira Code"/>
                        </a:rPr>
                        <a:t>  ·  </a:t>
                      </a:r>
                      <a:r>
                        <a:rPr sz="1100" b="0">
                          <a:solidFill>
                            <a:srgbClr val="999999"/>
                          </a:solidFill>
                          <a:latin typeface="Fira Code"/>
                        </a:rPr>
                        <a:t>AP_GPS_UBLOX::_parse_gps()(NAV-POSLLH)</a:t>
                      </a:r>
                    </a:p>
                    <a:p>
                      <a:pPr algn="l">
                        <a:lnSpc>
                          <a:spcPct val="106000"/>
                        </a:lnSpc>
                        <a:spcAft>
                          <a:spcPts val="0"/>
                        </a:spcAft>
                      </a:pPr>
                      <a:r>
                        <a:rPr sz="1100" b="0">
                          <a:solidFill>
                            <a:srgbClr val="333333"/>
                          </a:solidFill>
                          <a:latin typeface="Fira Code"/>
                        </a:rPr>
                        <a:t>        _last_pos_time        = _buffer.posllh.itow;</a:t>
                      </a:r>
                    </a:p>
                    <a:p>
                      <a:pPr algn="l">
                        <a:lnSpc>
                          <a:spcPct val="106000"/>
                        </a:lnSpc>
                        <a:spcAft>
                          <a:spcPts val="0"/>
                        </a:spcAft>
                      </a:pPr>
                      <a:r>
                        <a:rPr sz="1100" b="0">
                          <a:solidFill>
                            <a:srgbClr val="333333"/>
                          </a:solidFill>
                          <a:latin typeface="Fira Code"/>
                        </a:rPr>
                        <a:t>        state.location.lng    = _buffer.posllh.longitude;</a:t>
                      </a:r>
                    </a:p>
                    <a:p>
                      <a:pPr algn="l">
                        <a:lnSpc>
                          <a:spcPct val="106000"/>
                        </a:lnSpc>
                        <a:spcAft>
                          <a:spcPts val="0"/>
                        </a:spcAft>
                      </a:pPr>
                      <a:r>
                        <a:rPr sz="1100" b="0">
                          <a:solidFill>
                            <a:srgbClr val="333333"/>
                          </a:solidFill>
                          <a:latin typeface="Fira Code"/>
                        </a:rPr>
                        <a:t>        state.location.lat    = _buffer.posllh.latitude;</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(_buffer.posllh.altitude_msl - _buffer.posllh.altitude_ellipsoid) * 0.001;</a:t>
                      </a:r>
                    </a:p>
                    <a:p>
                      <a:pPr algn="l">
                        <a:lnSpc>
                          <a:spcPct val="106000"/>
                        </a:lnSpc>
                        <a:spcAft>
                          <a:spcPts val="0"/>
                        </a:spcAft>
                      </a:pPr>
                      <a:r>
                        <a:rPr sz="1100" b="0">
                          <a:solidFill>
                            <a:srgbClr val="333333"/>
                          </a:solidFill>
                          <a:latin typeface="Fira Code"/>
                        </a:rPr>
                        <a:t>        set_alt_amsl_cm(state, _buffer.posllh.altitude_msl / 10);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libraries/AP_GPS/AP_GPS_NMEA.cpp</a:t>
                      </a:r>
                      <a:r>
                        <a:rPr sz="1100" b="0">
                          <a:solidFill>
                            <a:srgbClr val="999999"/>
                          </a:solidFill>
                          <a:latin typeface="Fira Code"/>
                        </a:rPr>
                        <a:t>  ·  </a:t>
                      </a:r>
                      <a:r>
                        <a:rPr sz="1100" b="0">
                          <a:solidFill>
                            <a:srgbClr val="999999"/>
                          </a:solidFill>
                          <a:latin typeface="Fira Code"/>
                        </a:rPr>
                        <a:t>333-340</a:t>
                      </a:r>
                      <a:r>
                        <a:rPr sz="1100" b="0">
                          <a:solidFill>
                            <a:srgbClr val="999999"/>
                          </a:solidFill>
                          <a:latin typeface="Fira Code"/>
                        </a:rPr>
                        <a:t>  ·  </a:t>
                      </a:r>
                      <a:r>
                        <a:rPr sz="1100" b="0">
                          <a:solidFill>
                            <a:srgbClr val="999999"/>
                          </a:solidFill>
                          <a:latin typeface="Fira Code"/>
                        </a:rPr>
                        <a:t>AP_GPS_NMEA::_term_complete()</a:t>
                      </a:r>
                    </a:p>
                    <a:p>
                      <a:pPr algn="l">
                        <a:lnSpc>
                          <a:spcPct val="106000"/>
                        </a:lnSpc>
                        <a:spcAft>
                          <a:spcPts val="0"/>
                        </a:spcAft>
                      </a:pPr>
                      <a:r>
                        <a:rPr sz="1100" b="0">
                          <a:solidFill>
                            <a:srgbClr val="333333"/>
                          </a:solidFill>
                          <a:latin typeface="Fira Code"/>
                        </a:rPr>
                        <a:t>                    state.location.lat  = _new_latitude;</a:t>
                      </a:r>
                    </a:p>
                    <a:p>
                      <a:pPr algn="l">
                        <a:lnSpc>
                          <a:spcPct val="106000"/>
                        </a:lnSpc>
                        <a:spcAft>
                          <a:spcPts val="0"/>
                        </a:spcAft>
                      </a:pPr>
                      <a:r>
                        <a:rPr sz="1100" b="0">
                          <a:solidFill>
                            <a:srgbClr val="333333"/>
                          </a:solidFill>
                          <a:latin typeface="Fira Code"/>
                        </a:rPr>
                        <a:t>                    state.location.lng  = _new_longitude;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state.num_sats      = _new_satellite_count;</a:t>
                      </a:r>
                    </a:p>
                    <a:p>
                      <a:pPr algn="l">
                        <a:lnSpc>
                          <a:spcPct val="106000"/>
                        </a:lnSpc>
                        <a:spcAft>
                          <a:spcPts val="0"/>
                        </a:spcAft>
                      </a:pPr>
                      <a:r>
                        <a:rPr sz="1100" b="0">
                          <a:solidFill>
                            <a:srgbClr val="333333"/>
                          </a:solidFill>
                          <a:latin typeface="Fira Code"/>
                        </a:rPr>
                        <a:t>                state.hdop          = _new_hdop;</a:t>
                      </a:r>
                    </a:p>
                    <a:p>
                      <a:pPr algn="l">
                        <a:lnSpc>
                          <a:spcPct val="106000"/>
                        </a:lnSpc>
                        <a:spcAft>
                          <a:spcPts val="0"/>
                        </a:spcAft>
                      </a:pPr>
                      <a:r>
                        <a:rPr sz="1100" b="0">
                          <a:solidFill>
                            <a:srgbClr val="333333"/>
                          </a:solidFill>
                          <a:latin typeface="Fira Code"/>
                        </a:rPr>
                        <a:t>                switch(_new_quality_indicator) {</a:t>
                      </a:r>
                    </a:p>
                    <a:p>
                      <a:pPr algn="l">
                        <a:lnSpc>
                          <a:spcPct val="106000"/>
                        </a:lnSpc>
                        <a:spcAft>
                          <a:spcPts val="0"/>
                        </a:spcAft>
                      </a:pPr>
                      <a:r>
                        <a:rPr sz="1100" b="0">
                          <a:solidFill>
                            <a:srgbClr val="333333"/>
                          </a:solidFill>
                          <a:latin typeface="Fira Code"/>
                        </a:rPr>
                        <a:t>                case 0: // Fix not available or invalid</a:t>
                      </a:r>
                    </a:p>
                    <a:p>
                      <a:pPr algn="l">
                        <a:lnSpc>
                          <a:spcPct val="106000"/>
                        </a:lnSpc>
                        <a:spcAft>
                          <a:spcPts val="0"/>
                        </a:spcAft>
                      </a:pPr>
                      <a:r>
                        <a:rPr sz="1100" b="0">
                          <a:solidFill>
                            <a:srgbClr val="333333"/>
                          </a:solidFill>
                          <a:latin typeface="Fira Code"/>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libraries/AP_GPS/AP_GPS_SBF.cpp</a:t>
                      </a:r>
                      <a:r>
                        <a:rPr sz="1100" b="0">
                          <a:solidFill>
                            <a:srgbClr val="999999"/>
                          </a:solidFill>
                          <a:latin typeface="Fira Code"/>
                        </a:rPr>
                        <a:t>  ·  </a:t>
                      </a:r>
                      <a:r>
                        <a:rPr sz="1100" b="0">
                          <a:solidFill>
                            <a:srgbClr val="999999"/>
                          </a:solidFill>
                          <a:latin typeface="Fira Code"/>
                        </a:rPr>
                        <a:t>484-491</a:t>
                      </a:r>
                      <a:r>
                        <a:rPr sz="1100" b="0">
                          <a:solidFill>
                            <a:srgbClr val="999999"/>
                          </a:solidFill>
                          <a:latin typeface="Fira Code"/>
                        </a:rPr>
                        <a:t>  ·  </a:t>
                      </a:r>
                      <a:r>
                        <a:rPr sz="1100" b="0">
                          <a:solidFill>
                            <a:srgbClr val="999999"/>
                          </a:solidFill>
                          <a:latin typeface="Fira Code"/>
                        </a:rPr>
                        <a:t>AP_GPS_SBF::process_message()</a:t>
                      </a:r>
                    </a:p>
                    <a:p>
                      <a:pPr algn="l">
                        <a:lnSpc>
                          <a:spcPct val="106000"/>
                        </a:lnSpc>
                        <a:spcAft>
                          <a:spcPts val="0"/>
                        </a:spcAft>
                      </a:pPr>
                      <a:r>
                        <a:rPr sz="1100" b="0">
                          <a:solidFill>
                            <a:srgbClr val="333333"/>
                          </a:solidFill>
                          <a:latin typeface="Fira Code"/>
                        </a:rPr>
                        <a:t>            state.location.lat = (int32_t)(temp.Latitude * RAD_TO_DEG_DOUBLE * (double)1e7);</a:t>
                      </a:r>
                    </a:p>
                    <a:p>
                      <a:pPr algn="l">
                        <a:lnSpc>
                          <a:spcPct val="106000"/>
                        </a:lnSpc>
                        <a:spcAft>
                          <a:spcPts val="0"/>
                        </a:spcAft>
                      </a:pPr>
                      <a:r>
                        <a:rPr sz="1100" b="0">
                          <a:solidFill>
                            <a:srgbClr val="333333"/>
                          </a:solidFill>
                          <a:latin typeface="Fira Code"/>
                        </a:rPr>
                        <a:t>            state.location.lng = (int32_t)(temp.Longitude * RAD_TO_DEG_DOUBLE * (double)1e7);</a:t>
                      </a:r>
                    </a:p>
                    <a:p>
                      <a:pPr algn="l">
                        <a:lnSpc>
                          <a:spcPct val="106000"/>
                        </a:lnSpc>
                        <a:spcAft>
                          <a:spcPts val="0"/>
                        </a:spcAft>
                      </a:pPr>
                      <a:r>
                        <a:rPr sz="1100" b="0">
                          <a:solidFill>
                            <a:srgbClr val="333333"/>
                          </a:solidFill>
                          <a:latin typeface="Fira Code"/>
                        </a:rPr>
                        <a:t>            state.have_undulation = !is_DNU(temp.Undulation);</a:t>
                      </a:r>
                    </a:p>
                    <a:p>
                      <a:pPr algn="l">
                        <a:lnSpc>
                          <a:spcPct val="106000"/>
                        </a:lnSpc>
                        <a:spcAft>
                          <a:spcPts val="0"/>
                        </a:spcAft>
                      </a:pPr>
                      <a:r>
                        <a:rPr sz="1100" b="0">
                          <a:solidFill>
                            <a:srgbClr val="333333"/>
                          </a:solidFill>
                          <a:latin typeface="Fira Code"/>
                        </a:rPr>
                        <a:t>            double height = temp.Height;  // in metres</a:t>
                      </a:r>
                    </a:p>
                    <a:p>
                      <a:pPr algn="l">
                        <a:lnSpc>
                          <a:spcPct val="106000"/>
                        </a:lnSpc>
                        <a:spcAft>
                          <a:spcPts val="0"/>
                        </a:spcAft>
                      </a:pPr>
                      <a:r>
                        <a:rPr sz="1100" b="0">
                          <a:solidFill>
                            <a:srgbClr val="333333"/>
                          </a:solidFill>
                          <a:latin typeface="Fira Code"/>
                        </a:rPr>
                        <a:t>            if (state.have_undulation) {</a:t>
                      </a:r>
                    </a:p>
                    <a:p>
                      <a:pPr algn="l">
                        <a:lnSpc>
                          <a:spcPct val="106000"/>
                        </a:lnSpc>
                        <a:spcAft>
                          <a:spcPts val="0"/>
                        </a:spcAft>
                      </a:pPr>
                      <a:r>
                        <a:rPr sz="1100" b="0">
                          <a:solidFill>
                            <a:srgbClr val="333333"/>
                          </a:solidFill>
                          <a:latin typeface="Fira Code"/>
                        </a:rPr>
                        <a:t>                height -= temp.Undulation;</a:t>
                      </a:r>
                    </a:p>
                    <a:p>
                      <a:pPr algn="l">
                        <a:lnSpc>
                          <a:spcPct val="106000"/>
                        </a:lnSpc>
                        <a:spcAft>
                          <a:spcPts val="0"/>
                        </a:spcAft>
                      </a:pPr>
                      <a:r>
                        <a:rPr sz="1100" b="0">
                          <a:solidFill>
                            <a:srgbClr val="333333"/>
                          </a:solidFill>
                          <a:latin typeface="Fira Code"/>
                        </a:rPr>
                        <a:t>                state.undulation = -temp.Undulation;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libraries/AP_GPS/AP_GPS_NOVA.cpp</a:t>
                      </a:r>
                      <a:r>
                        <a:rPr sz="1100" b="0">
                          <a:solidFill>
                            <a:srgbClr val="999999"/>
                          </a:solidFill>
                          <a:latin typeface="Fira Code"/>
                        </a:rPr>
                        <a:t>  ·  </a:t>
                      </a:r>
                      <a:r>
                        <a:rPr sz="1100" b="0">
                          <a:solidFill>
                            <a:srgbClr val="999999"/>
                          </a:solidFill>
                          <a:latin typeface="Fira Code"/>
                        </a:rPr>
                        <a:t>209-216</a:t>
                      </a:r>
                      <a:r>
                        <a:rPr sz="1100" b="0">
                          <a:solidFill>
                            <a:srgbClr val="999999"/>
                          </a:solidFill>
                          <a:latin typeface="Fira Code"/>
                        </a:rPr>
                        <a:t>  ·  </a:t>
                      </a:r>
                      <a:r>
                        <a:rPr sz="1100" b="0">
                          <a:solidFill>
                            <a:srgbClr val="999999"/>
                          </a:solidFill>
                          <a:latin typeface="Fira Code"/>
                        </a:rPr>
                        <a:t>AP_GPS_NOVA::process_message()</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(bestposu.lat * (double)1e7);</a:t>
                      </a:r>
                    </a:p>
                    <a:p>
                      <a:pPr algn="l">
                        <a:lnSpc>
                          <a:spcPct val="106000"/>
                        </a:lnSpc>
                        <a:spcAft>
                          <a:spcPts val="0"/>
                        </a:spcAft>
                      </a:pPr>
                      <a:r>
                        <a:rPr sz="1100" b="0">
                          <a:solidFill>
                            <a:srgbClr val="333333"/>
                          </a:solidFill>
                          <a:latin typeface="Fira Code"/>
                        </a:rPr>
                        <a:t>        state.location.lng = (int32_t) (bestposu.lng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-bestposu.undulation;</a:t>
                      </a:r>
                    </a:p>
                    <a:p>
                      <a:pPr algn="l">
                        <a:lnSpc>
                          <a:spcPct val="106000"/>
                        </a:lnSpc>
                        <a:spcAft>
                          <a:spcPts val="0"/>
                        </a:spcAft>
                      </a:pPr>
                      <a:r>
                        <a:rPr sz="1100" b="0">
                          <a:solidFill>
                            <a:srgbClr val="333333"/>
                          </a:solidFill>
                          <a:latin typeface="Fira Code"/>
                        </a:rPr>
                        <a:t>        set_alt_amsl_cm(state, bestposu.hgt * 100);</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libraries/AP_GPS/AP_GPS_SBP.cpp</a:t>
                      </a:r>
                      <a:r>
                        <a:rPr sz="1100" b="0">
                          <a:solidFill>
                            <a:srgbClr val="999999"/>
                          </a:solidFill>
                          <a:latin typeface="Fira Code"/>
                        </a:rPr>
                        <a:t>  ·  </a:t>
                      </a:r>
                      <a:r>
                        <a:rPr sz="1100" b="0">
                          <a:solidFill>
                            <a:srgbClr val="999999"/>
                          </a:solidFill>
                          <a:latin typeface="Fira Code"/>
                        </a:rPr>
                        <a:t>276-283</a:t>
                      </a:r>
                      <a:r>
                        <a:rPr sz="1100" b="0">
                          <a:solidFill>
                            <a:srgbClr val="999999"/>
                          </a:solidFill>
                          <a:latin typeface="Fira Code"/>
                        </a:rPr>
                        <a:t>  ·  </a:t>
                      </a:r>
                      <a:r>
                        <a:rPr sz="1100" b="0">
                          <a:solidFill>
                            <a:srgbClr val="999999"/>
                          </a:solidFill>
                          <a:latin typeface="Fira Code"/>
                        </a:rPr>
                        <a:t>AP_GPS_SBP::_attempt_state_update()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(pos_llh-&gt;lat * (double)1e7);</a:t>
                      </a:r>
                    </a:p>
                    <a:p>
                      <a:pPr algn="l">
                        <a:lnSpc>
                          <a:spcPct val="106000"/>
                        </a:lnSpc>
                        <a:spcAft>
                          <a:spcPts val="0"/>
                        </a:spcAft>
                      </a:pPr>
                      <a:r>
                        <a:rPr sz="1100" b="0">
                          <a:solidFill>
                            <a:srgbClr val="333333"/>
                          </a:solidFill>
                          <a:latin typeface="Fira Code"/>
                        </a:rPr>
                        <a:t>        state.location.lng      = (int32_t) (pos_llh-&gt;lon * (double)1e7);</a:t>
                      </a:r>
                    </a:p>
                    <a:p>
                      <a:pPr algn="l">
                        <a:lnSpc>
                          <a:spcPct val="106000"/>
                        </a:lnSpc>
                        <a:spcAft>
                          <a:spcPts val="0"/>
                        </a:spcAft>
                      </a:pPr>
                      <a:r>
                        <a:rPr sz="1100" b="0">
                          <a:solidFill>
                            <a:srgbClr val="333333"/>
                          </a:solidFill>
                          <a:latin typeface="Fira Code"/>
                        </a:rPr>
                        <a:t>        state.location.alt      = (int32_t) (pos_llh-&gt;height * 100);</a:t>
                      </a:r>
                    </a:p>
                    <a:p>
                      <a:pPr algn="l">
                        <a:lnSpc>
                          <a:spcPct val="106000"/>
                        </a:lnSpc>
                        <a:spcAft>
                          <a:spcPts val="0"/>
                        </a:spcAft>
                      </a:pPr>
                      <a:r>
                        <a:rPr sz="1100" b="0">
                          <a:solidFill>
                            <a:srgbClr val="333333"/>
                          </a:solidFill>
                          <a:latin typeface="Fira Code"/>
                        </a:rPr>
                        <a:t>        state.num_sats          = pos_llh-&gt;n_sats;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(pos_llh-&gt;flags == 0) {</a:t>
                      </a:r>
                    </a:p>
                    <a:p>
                      <a:pPr algn="l">
                        <a:lnSpc>
                          <a:spcPct val="106000"/>
                        </a:lnSpc>
                        <a:spcAft>
                          <a:spcPts val="0"/>
                        </a:spcAft>
                      </a:pPr>
                      <a:r>
                        <a:rPr sz="1100" b="0">
                          <a:solidFill>
                            <a:srgbClr val="333333"/>
                          </a:solidFill>
                          <a:latin typeface="Fira Code"/>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libraries/AP_GPS/AP_GPS_SBP2.cpp</a:t>
                      </a:r>
                      <a:r>
                        <a:rPr sz="1100" b="0">
                          <a:solidFill>
                            <a:srgbClr val="999999"/>
                          </a:solidFill>
                          <a:latin typeface="Fira Code"/>
                        </a:rPr>
                        <a:t>  ·  </a:t>
                      </a:r>
                      <a:r>
                        <a:rPr sz="1100" b="0">
                          <a:solidFill>
                            <a:srgbClr val="999999"/>
                          </a:solidFill>
                          <a:latin typeface="Fira Code"/>
                        </a:rPr>
                        <a:t>328-335</a:t>
                      </a:r>
                      <a:r>
                        <a:rPr sz="1100" b="0">
                          <a:solidFill>
                            <a:srgbClr val="999999"/>
                          </a:solidFill>
                          <a:latin typeface="Fira Code"/>
                        </a:rPr>
                        <a:t>  ·  </a:t>
                      </a:r>
                      <a:r>
                        <a:rPr sz="1100" b="0">
                          <a:solidFill>
                            <a:srgbClr val="999999"/>
                          </a:solidFill>
                          <a:latin typeface="Fira Code"/>
                        </a:rPr>
                        <a:t>AP_GPS_SBP2::_attempt_state_update()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 (last_pos_llh.lat * (double)1e7);</a:t>
                      </a:r>
                    </a:p>
                    <a:p>
                      <a:pPr algn="l">
                        <a:lnSpc>
                          <a:spcPct val="106000"/>
                        </a:lnSpc>
                        <a:spcAft>
                          <a:spcPts val="0"/>
                        </a:spcAft>
                      </a:pPr>
                      <a:r>
                        <a:rPr sz="1100" b="0">
                          <a:solidFill>
                            <a:srgbClr val="333333"/>
                          </a:solidFill>
                          <a:latin typeface="Fira Code"/>
                        </a:rPr>
                        <a:t>        state.location.lng      = (int32_t) (last_pos_llh.lon * (double)1e7);</a:t>
                      </a:r>
                    </a:p>
                    <a:p>
                      <a:pPr algn="l">
                        <a:lnSpc>
                          <a:spcPct val="106000"/>
                        </a:lnSpc>
                        <a:spcAft>
                          <a:spcPts val="0"/>
                        </a:spcAft>
                      </a:pPr>
                      <a:r>
                        <a:rPr sz="1100" b="0">
                          <a:solidFill>
                            <a:srgbClr val="333333"/>
                          </a:solidFill>
                          <a:latin typeface="Fira Code"/>
                        </a:rPr>
                        <a:t>        state.location.alt      = (int32_t) (last_pos_llh.height * 100);</a:t>
                      </a:r>
                    </a:p>
                    <a:p>
                      <a:pPr algn="l">
                        <a:lnSpc>
                          <a:spcPct val="106000"/>
                        </a:lnSpc>
                        <a:spcAft>
                          <a:spcPts val="0"/>
                        </a:spcAft>
                      </a:pPr>
                      <a:r>
                        <a:rPr sz="1100" b="0">
                          <a:solidFill>
                            <a:srgbClr val="333333"/>
                          </a:solidFill>
                          <a:latin typeface="Fira Code"/>
                        </a:rPr>
                        <a:t>        state.num_sats          = last_pos_llh.n_sats;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switch (last_pos_llh.flags.fix_mode) {</a:t>
                      </a:r>
                    </a:p>
                    <a:p>
                      <a:pPr algn="l">
                        <a:lnSpc>
                          <a:spcPct val="106000"/>
                        </a:lnSpc>
                        <a:spcAft>
                          <a:spcPts val="0"/>
                        </a:spcAft>
                      </a:pPr>
                      <a:r>
                        <a:rPr sz="1100" b="0">
                          <a:solidFill>
                            <a:srgbClr val="333333"/>
                          </a:solidFill>
                          <a:latin typeface="Fira Code"/>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libraries/AP_GPS/AP_GPS_SIRF.cpp</a:t>
                      </a:r>
                      <a:r>
                        <a:rPr sz="1100" b="0">
                          <a:solidFill>
                            <a:srgbClr val="999999"/>
                          </a:solidFill>
                          <a:latin typeface="Fira Code"/>
                        </a:rPr>
                        <a:t>  ·  </a:t>
                      </a:r>
                      <a:r>
                        <a:rPr sz="1100" b="0">
                          <a:solidFill>
                            <a:srgbClr val="999999"/>
                          </a:solidFill>
                          <a:latin typeface="Fira Code"/>
                        </a:rPr>
                        <a:t>178-185</a:t>
                      </a:r>
                      <a:r>
                        <a:rPr sz="1100" b="0">
                          <a:solidFill>
                            <a:srgbClr val="999999"/>
                          </a:solidFill>
                          <a:latin typeface="Fira Code"/>
                        </a:rPr>
                        <a:t>  ·  </a:t>
                      </a:r>
                      <a:r>
                        <a:rPr sz="1100" b="0">
                          <a:solidFill>
                            <a:srgbClr val="999999"/>
                          </a:solidFill>
                          <a:latin typeface="Fira Code"/>
                        </a:rPr>
                        <a:t>AP_GPS_SIRF::_parse_gps()</a:t>
                      </a:r>
                    </a:p>
                    <a:p>
                      <a:pPr algn="l">
                        <a:lnSpc>
                          <a:spcPct val="106000"/>
                        </a:lnSpc>
                        <a:spcAft>
                          <a:spcPts val="0"/>
                        </a:spcAft>
                      </a:pPr>
                      <a:r>
                        <a:rPr sz="1100" b="0">
                          <a:solidFill>
                            <a:srgbClr val="333333"/>
                          </a:solidFill>
                          <a:latin typeface="Fira Code"/>
                        </a:rPr>
                        <a:t>            state.status = AP_GPS::NO_FIX;</a:t>
                      </a:r>
                    </a:p>
                    <a:p>
                      <a:pPr algn="l">
                        <a:lnSpc>
                          <a:spcPct val="106000"/>
                        </a:lnSpc>
                        <a:spcAft>
                          <a:spcPts val="0"/>
                        </a:spcAft>
                      </a:pPr>
                      <a:r>
                        <a:rPr sz="1100" b="0">
                          <a:solidFill>
                            <a:srgbClr val="333333"/>
                          </a:solidFill>
                          <a:latin typeface="Fira Code"/>
                        </a:rPr>
                        <a:t>        }else if ((_buffer.nav.fix_type &amp; FIX_MASK) == FIX_3D) {</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}else{</a:t>
                      </a:r>
                    </a:p>
                    <a:p>
                      <a:pPr algn="l">
                        <a:lnSpc>
                          <a:spcPct val="106000"/>
                        </a:lnSpc>
                        <a:spcAft>
                          <a:spcPts val="0"/>
                        </a:spcAft>
                      </a:pPr>
                      <a:r>
                        <a:rPr sz="1100" b="0">
                          <a:solidFill>
                            <a:srgbClr val="333333"/>
                          </a:solidFill>
                          <a:latin typeface="Fira Code"/>
                        </a:rPr>
                        <a:t>            state.status = AP_GPS::GPS_OK_FIX_2D;</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int32_t(be32toh(_buffer.nav.latitude));</a:t>
                      </a:r>
                    </a:p>
                    <a:p>
                      <a:pPr algn="l">
                        <a:lnSpc>
                          <a:spcPct val="106000"/>
                        </a:lnSpc>
                        <a:spcAft>
                          <a:spcPts val="0"/>
                        </a:spcAft>
                      </a:pPr>
                      <a:r>
                        <a:rPr sz="1100" b="0">
                          <a:solidFill>
                            <a:srgbClr val="333333"/>
                          </a:solidFill>
                          <a:latin typeface="Fira Code"/>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libraries/AP_GPS/AP_GPS_ERB.cpp</a:t>
                      </a:r>
                      <a:r>
                        <a:rPr sz="1100" b="0">
                          <a:solidFill>
                            <a:srgbClr val="999999"/>
                          </a:solidFill>
                          <a:latin typeface="Fira Code"/>
                        </a:rPr>
                        <a:t>  ·  </a:t>
                      </a:r>
                      <a:r>
                        <a:rPr sz="1100" b="0">
                          <a:solidFill>
                            <a:srgbClr val="999999"/>
                          </a:solidFill>
                          <a:latin typeface="Fira Code"/>
                        </a:rPr>
                        <a:t>150-157</a:t>
                      </a:r>
                      <a:r>
                        <a:rPr sz="1100" b="0">
                          <a:solidFill>
                            <a:srgbClr val="999999"/>
                          </a:solidFill>
                          <a:latin typeface="Fira Code"/>
                        </a:rPr>
                        <a:t>  ·  </a:t>
                      </a:r>
                      <a:r>
                        <a:rPr sz="1100" b="0">
                          <a:solidFill>
                            <a:srgbClr val="999999"/>
                          </a:solidFill>
                          <a:latin typeface="Fira Code"/>
                        </a:rPr>
                        <a:t>AP_GPS_ERB::_parse_gps()</a:t>
                      </a:r>
                    </a:p>
                    <a:p>
                      <a:pPr algn="l">
                        <a:lnSpc>
                          <a:spcPct val="106000"/>
                        </a:lnSpc>
                        <a:spcAft>
                          <a:spcPts val="0"/>
                        </a:spcAft>
                      </a:pPr>
                      <a:r>
                        <a:rPr sz="1100" b="0">
                          <a:solidFill>
                            <a:srgbClr val="333333"/>
                          </a:solidFill>
                          <a:latin typeface="Fira Code"/>
                        </a:rPr>
                        <a:t>        _last_pos_time        = _buffer.pos.time;</a:t>
                      </a:r>
                    </a:p>
                    <a:p>
                      <a:pPr algn="l">
                        <a:lnSpc>
                          <a:spcPct val="106000"/>
                        </a:lnSpc>
                        <a:spcAft>
                          <a:spcPts val="0"/>
                        </a:spcAft>
                      </a:pPr>
                      <a:r>
                        <a:rPr sz="1100" b="0">
                          <a:solidFill>
                            <a:srgbClr val="333333"/>
                          </a:solidFill>
                          <a:latin typeface="Fira Code"/>
                        </a:rPr>
                        <a:t>        state.location.lng    = (int32_t)(_buffer.pos.longitude * (double)1e7);</a:t>
                      </a:r>
                    </a:p>
                    <a:p>
                      <a:pPr algn="l">
                        <a:lnSpc>
                          <a:spcPct val="106000"/>
                        </a:lnSpc>
                        <a:spcAft>
                          <a:spcPts val="0"/>
                        </a:spcAft>
                      </a:pPr>
                      <a:r>
                        <a:rPr sz="1100" b="0">
                          <a:solidFill>
                            <a:srgbClr val="333333"/>
                          </a:solidFill>
                          <a:latin typeface="Fira Code"/>
                        </a:rPr>
                        <a:t>        state.location.lat    = (int32_t)(_buffer.pos.latitude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_buffer.pos.altitude_msl - _buffer.pos.altitude_ellipsoid;</a:t>
                      </a:r>
                    </a:p>
                    <a:p>
                      <a:pPr algn="l">
                        <a:lnSpc>
                          <a:spcPct val="106000"/>
                        </a:lnSpc>
                        <a:spcAft>
                          <a:spcPts val="0"/>
                        </a:spcAft>
                      </a:pPr>
                      <a:r>
                        <a:rPr sz="1100" b="0">
                          <a:solidFill>
                            <a:srgbClr val="333333"/>
                          </a:solidFill>
                          <a:latin typeface="Fira Code"/>
                        </a:rPr>
                        <a:t>        set_alt_amsl_cm(state, _buffer.pos.altitude_msl * 100);</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libraries/AP_GPS/AP_GPS_MAV.cpp</a:t>
                      </a:r>
                      <a:r>
                        <a:rPr sz="1100" b="0">
                          <a:solidFill>
                            <a:srgbClr val="999999"/>
                          </a:solidFill>
                          <a:latin typeface="Fira Code"/>
                        </a:rPr>
                        <a:t>  ·  </a:t>
                      </a:r>
                      <a:r>
                        <a:rPr sz="1100" b="0">
                          <a:solidFill>
                            <a:srgbClr val="999999"/>
                          </a:solidFill>
                          <a:latin typeface="Fira Code"/>
                        </a:rPr>
                        <a:t>67-75</a:t>
                      </a:r>
                      <a:r>
                        <a:rPr sz="1100" b="0">
                          <a:solidFill>
                            <a:srgbClr val="999999"/>
                          </a:solidFill>
                          <a:latin typeface="Fira Code"/>
                        </a:rPr>
                        <a:t>  ·  </a:t>
                      </a:r>
                      <a:r>
                        <a:rPr sz="1100" b="0">
                          <a:solidFill>
                            <a:srgbClr val="999999"/>
                          </a:solidFill>
                          <a:latin typeface="Fira Code"/>
                        </a:rPr>
                        <a:t>AP_GPS_MAV::handle_msg()</a:t>
                      </a:r>
                    </a:p>
                    <a:p>
                      <a:pPr algn="l">
                        <a:lnSpc>
                          <a:spcPct val="106000"/>
                        </a:lnSpc>
                        <a:spcAft>
                          <a:spcPts val="0"/>
                        </a:spcAft>
                      </a:pPr>
                      <a:r>
                        <a:rPr sz="1100" b="0">
                          <a:solidFill>
                            <a:srgbClr val="333333"/>
                          </a:solidFill>
                          <a:latin typeface="Fira Code"/>
                        </a:rPr>
                        <a:t>            state.status = (AP_GPS::GPS_Status)packet.fix_type;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 = {};</a:t>
                      </a:r>
                    </a:p>
                    <a:p>
                      <a:pPr algn="l">
                        <a:lnSpc>
                          <a:spcPct val="106000"/>
                        </a:lnSpc>
                        <a:spcAft>
                          <a:spcPts val="0"/>
                        </a:spcAft>
                      </a:pPr>
                      <a:r>
                        <a:rPr sz="1100" b="0">
                          <a:solidFill>
                            <a:srgbClr val="333333"/>
                          </a:solidFill>
                          <a:latin typeface="Fira Code"/>
                        </a:rPr>
                        <a:t>            loc.lat = packet.lat;</a:t>
                      </a:r>
                    </a:p>
                    <a:p>
                      <a:pPr algn="l">
                        <a:lnSpc>
                          <a:spcPct val="106000"/>
                        </a:lnSpc>
                        <a:spcAft>
                          <a:spcPts val="0"/>
                        </a:spcAft>
                      </a:pPr>
                      <a:r>
                        <a:rPr sz="1100" b="0">
                          <a:solidFill>
                            <a:srgbClr val="333333"/>
                          </a:solidFill>
                          <a:latin typeface="Fira Code"/>
                        </a:rPr>
                        <a:t>            loc.lng = packet.lon;</a:t>
                      </a:r>
                    </a:p>
                    <a:p>
                      <a:pPr algn="l">
                        <a:lnSpc>
                          <a:spcPct val="106000"/>
                        </a:lnSpc>
                        <a:spcAft>
                          <a:spcPts val="0"/>
                        </a:spcAft>
                      </a:pPr>
                      <a:r>
                        <a:rPr sz="1100" b="0">
                          <a:solidFill>
                            <a:srgbClr val="333333"/>
                          </a:solidFill>
                          <a:latin typeface="Fira Code"/>
                        </a:rPr>
                        <a:t>            if (have_alt) {</a:t>
                      </a:r>
                    </a:p>
                    <a:p>
                      <a:pPr algn="l">
                        <a:lnSpc>
                          <a:spcPct val="106000"/>
                        </a:lnSpc>
                        <a:spcAft>
                          <a:spcPts val="0"/>
                        </a:spcAft>
                      </a:pPr>
                      <a:r>
                        <a:rPr sz="1100" b="0">
                          <a:solidFill>
                            <a:srgbClr val="333333"/>
                          </a:solidFill>
                          <a:latin typeface="Fira Code"/>
                        </a:rPr>
                        <a:t>                loc.alt = packet.alt * 100; // convert to centimeters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libraries/AP_GPS/AP_GPS_MSP.cpp</a:t>
                      </a:r>
                      <a:r>
                        <a:rPr sz="1100" b="0">
                          <a:solidFill>
                            <a:srgbClr val="999999"/>
                          </a:solidFill>
                          <a:latin typeface="Fira Code"/>
                        </a:rPr>
                        <a:t>  ·  </a:t>
                      </a:r>
                      <a:r>
                        <a:rPr sz="1100" b="0">
                          <a:solidFill>
                            <a:srgbClr val="999999"/>
                          </a:solidFill>
                          <a:latin typeface="Fira Code"/>
                        </a:rPr>
                        <a:t>44-51</a:t>
                      </a:r>
                      <a:r>
                        <a:rPr sz="1100" b="0">
                          <a:solidFill>
                            <a:srgbClr val="999999"/>
                          </a:solidFill>
                          <a:latin typeface="Fira Code"/>
                        </a:rPr>
                        <a:t>  ·  </a:t>
                      </a:r>
                      <a:r>
                        <a:rPr sz="1100" b="0">
                          <a:solidFill>
                            <a:srgbClr val="999999"/>
                          </a:solidFill>
                          <a:latin typeface="Fira Code"/>
                        </a:rPr>
                        <a:t>AP_GPS_MSP::handle_msp()</a:t>
                      </a:r>
                    </a:p>
                    <a:p>
                      <a:pPr algn="l">
                        <a:lnSpc>
                          <a:spcPct val="106000"/>
                        </a:lnSpc>
                        <a:spcAft>
                          <a:spcPts val="0"/>
                        </a:spcAft>
                      </a:pPr>
                      <a:r>
                        <a:rPr sz="1100" b="0">
                          <a:solidFill>
                            <a:srgbClr val="333333"/>
                          </a:solidFill>
                          <a:latin typeface="Fira Code"/>
                        </a:rPr>
                        <a:t>    state.status = (AP_GPS::GPS_Status)pkt.fix_type;</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pPr>
                      <a:r>
                        <a:rPr sz="1100" b="0">
                          <a:solidFill>
                            <a:srgbClr val="333333"/>
                          </a:solidFill>
                          <a:latin typeface="Fira Code"/>
                        </a:rPr>
                        <a:t>    state.location =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libraries/AP_GPS/AP_GPS_GSOF.cpp</a:t>
                      </a:r>
                      <a:r>
                        <a:rPr sz="1100" b="0">
                          <a:solidFill>
                            <a:srgbClr val="999999"/>
                          </a:solidFill>
                          <a:latin typeface="Fira Code"/>
                        </a:rPr>
                        <a:t>  ·  </a:t>
                      </a:r>
                      <a:r>
                        <a:rPr sz="1100" b="0">
                          <a:solidFill>
                            <a:srgbClr val="999999"/>
                          </a:solidFill>
                          <a:latin typeface="Fira Code"/>
                        </a:rPr>
                        <a:t>231-238</a:t>
                      </a:r>
                      <a:r>
                        <a:rPr sz="1100" b="0">
                          <a:solidFill>
                            <a:srgbClr val="999999"/>
                          </a:solidFill>
                          <a:latin typeface="Fira Code"/>
                        </a:rPr>
                        <a:t>  ·  </a:t>
                      </a:r>
                      <a:r>
                        <a:rPr sz="1100" b="0">
                          <a:solidFill>
                            <a:srgbClr val="999999"/>
                          </a:solidFill>
                          <a:latin typeface="Fira Code"/>
                        </a:rPr>
                        <a:t>AP_GPS_GSOF::pack_state_data()</a:t>
                      </a:r>
                    </a:p>
                    <a:p>
                      <a:pPr algn="l">
                        <a:lnSpc>
                          <a:spcPct val="106000"/>
                        </a:lnSpc>
                        <a:spcAft>
                          <a:spcPts val="0"/>
                        </a:spcAft>
                      </a:pPr>
                      <a:r>
                        <a:rPr sz="1100" b="0">
                          <a:solidFill>
                            <a:srgbClr val="333333"/>
                          </a:solidFill>
                          <a:latin typeface="Fira Code"/>
                        </a:rPr>
                        <a:t>    state.location.lat = (int32_t)(RAD_TO_DEG_DOUBLE * position.latitude_rad * (double)1e7);</a:t>
                      </a:r>
                    </a:p>
                    <a:p>
                      <a:pPr algn="l">
                        <a:lnSpc>
                          <a:spcPct val="106000"/>
                        </a:lnSpc>
                        <a:spcAft>
                          <a:spcPts val="0"/>
                        </a:spcAft>
                      </a:pPr>
                      <a:r>
                        <a:rPr sz="1100" b="0">
                          <a:solidFill>
                            <a:srgbClr val="333333"/>
                          </a:solidFill>
                          <a:latin typeface="Fira Code"/>
                        </a:rPr>
                        <a:t>    state.location.lng = (int32_t)(RAD_TO_DEG_DOUBLE * position.longitude_rad * (double)1e7);</a:t>
                      </a:r>
                    </a:p>
                    <a:p>
                      <a:pPr algn="l">
                        <a:lnSpc>
                          <a:spcPct val="106000"/>
                        </a:lnSpc>
                        <a:spcAft>
                          <a:spcPts val="0"/>
                        </a:spcAft>
                      </a:pPr>
                      <a:r>
                        <a:rPr sz="1100" b="0">
                          <a:solidFill>
                            <a:srgbClr val="333333"/>
                          </a:solidFill>
                          <a:latin typeface="Fira Code"/>
                        </a:rPr>
                        <a:t>    state.location.alt = (int32_t)(position.altitude * 100);</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((vel.velocity_flags &amp; 1) == 1) {</a:t>
                      </a:r>
                    </a:p>
                    <a:p>
                      <a:pPr algn="l">
                        <a:lnSpc>
                          <a:spcPct val="106000"/>
                        </a:lnSpc>
                        <a:spcAft>
                          <a:spcPts val="0"/>
                        </a:spcAft>
                      </a:pPr>
                      <a:r>
                        <a:rPr sz="1100" b="0">
                          <a:solidFill>
                            <a:srgbClr val="333333"/>
                          </a:solidFill>
                          <a:latin typeface="Fira Code"/>
                        </a:rPr>
                        <a:t>        state.ground_speed = vel.horizontal_velocity;</a:t>
                      </a:r>
                    </a:p>
                    <a:p>
                      <a:pPr algn="l">
                        <a:lnSpc>
                          <a:spcPct val="106000"/>
                        </a:lnSpc>
                        <a:spcAft>
                          <a:spcPts val="0"/>
                        </a:spcAft>
                      </a:pPr>
                      <a:r>
                        <a:rPr sz="1100" b="0">
                          <a:solidFill>
                            <a:srgbClr val="333333"/>
                          </a:solidFill>
                          <a:latin typeface="Fira Code"/>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libraries/AP_GPS/AP_GPS_DroneCAN.cpp</a:t>
                      </a:r>
                      <a:r>
                        <a:rPr sz="1100" b="0">
                          <a:solidFill>
                            <a:srgbClr val="999999"/>
                          </a:solidFill>
                          <a:latin typeface="Fira Code"/>
                        </a:rPr>
                        <a:t>  ·  </a:t>
                      </a:r>
                      <a:r>
                        <a:rPr sz="1100" b="0">
                          <a:solidFill>
                            <a:srgbClr val="999999"/>
                          </a:solidFill>
                          <a:latin typeface="Fira Code"/>
                        </a:rPr>
                        <a:t>388-396</a:t>
                      </a:r>
                      <a:r>
                        <a:rPr sz="1100" b="0">
                          <a:solidFill>
                            <a:srgbClr val="999999"/>
                          </a:solidFill>
                          <a:latin typeface="Fira Code"/>
                        </a:rPr>
                        <a:t>  ·  </a:t>
                      </a:r>
                      <a:r>
                        <a:rPr sz="1100" b="0">
                          <a:solidFill>
                            <a:srgbClr val="999999"/>
                          </a:solidFill>
                          <a:latin typeface="Fira Code"/>
                        </a:rPr>
                        <a:t>AP_GPS_DroneCAN::handle_fix2_msg()</a:t>
                      </a:r>
                    </a:p>
                    <a:p>
                      <a:pPr algn="l">
                        <a:lnSpc>
                          <a:spcPct val="106000"/>
                        </a:lnSpc>
                        <a:spcAft>
                          <a:spcPts val="0"/>
                        </a:spcAft>
                      </a:pPr>
                      <a:r>
                        <a:rPr sz="1100" b="0">
                          <a:solidFill>
                            <a:srgbClr val="333333"/>
                          </a:solidFill>
                          <a:latin typeface="Fira Code"/>
                        </a:rPr>
                        <a:t>        if (msg.height_msl_mm != msg.height_ellipsoid_mm) {</a:t>
                      </a:r>
                    </a:p>
                    <a:p>
                      <a:pPr algn="l">
                        <a:lnSpc>
                          <a:spcPct val="106000"/>
                        </a:lnSpc>
                        <a:spcAft>
                          <a:spcPts val="0"/>
                        </a:spcAft>
                      </a:pPr>
                      <a:r>
                        <a:rPr sz="1100" b="0">
                          <a:solidFill>
                            <a:srgbClr val="333333"/>
                          </a:solidFill>
                          <a:latin typeface="Fira Code"/>
                        </a:rPr>
                        <a:t>            seen_valid_height_ellipsoid = true;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interim_state.have_undulation = seen_valid_height_ellipsoid;</a:t>
                      </a:r>
                    </a:p>
                    <a:p>
                      <a:pPr algn="l">
                        <a:lnSpc>
                          <a:spcPct val="106000"/>
                        </a:lnSpc>
                        <a:spcAft>
                          <a:spcPts val="0"/>
                        </a:spcAft>
                      </a:pPr>
                      <a:r>
                        <a:rPr sz="1100" b="0">
                          <a:solidFill>
                            <a:srgbClr val="333333"/>
                          </a:solidFill>
                          <a:latin typeface="Fira Code"/>
                        </a:rPr>
                        <a:t>        if (seen_valid_height_ellipsoid) {</a:t>
                      </a:r>
                    </a:p>
                    <a:p>
                      <a:pPr algn="l">
                        <a:lnSpc>
                          <a:spcPct val="106000"/>
                        </a:lnSpc>
                        <a:spcAft>
                          <a:spcPts val="0"/>
                        </a:spcAft>
                      </a:pPr>
                      <a:r>
                        <a:rPr sz="1100" b="0">
                          <a:solidFill>
                            <a:srgbClr val="333333"/>
                          </a:solidFill>
                          <a:latin typeface="Fira Code"/>
                        </a:rPr>
                        <a:t>            interim_state.undulation = (msg.height_msl_mm - msg.height_ellipsoid_mm) * 0.001;</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interim_state.location = loc;</a:t>
                      </a:r>
                    </a:p>
                    <a:p>
                      <a:pPr algn="l">
                        <a:lnSpc>
                          <a:spcPct val="106000"/>
                        </a:lnSpc>
                        <a:spcAft>
                          <a:spcPts val="0"/>
                        </a:spcAft>
                      </a:pPr>
                      <a:r>
                        <a:rPr sz="1100" b="0">
                          <a:solidFill>
                            <a:srgbClr val="333333"/>
                          </a:solidFill>
                          <a:latin typeface="Fira Code"/>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libraries/AP_GPS/AP_GPS_ExternalAHRS.cpp</a:t>
                      </a:r>
                      <a:r>
                        <a:rPr sz="1100" b="0">
                          <a:solidFill>
                            <a:srgbClr val="999999"/>
                          </a:solidFill>
                          <a:latin typeface="Fira Code"/>
                        </a:rPr>
                        <a:t>  ·  </a:t>
                      </a:r>
                      <a:r>
                        <a:rPr sz="1100" b="0">
                          <a:solidFill>
                            <a:srgbClr val="999999"/>
                          </a:solidFill>
                          <a:latin typeface="Fira Code"/>
                        </a:rPr>
                        <a:t>49-56</a:t>
                      </a:r>
                      <a:r>
                        <a:rPr sz="1100" b="0">
                          <a:solidFill>
                            <a:srgbClr val="999999"/>
                          </a:solidFill>
                          <a:latin typeface="Fira Code"/>
                        </a:rPr>
                        <a:t>  ·  </a:t>
                      </a:r>
                      <a:r>
                        <a:rPr sz="1100" b="0">
                          <a:solidFill>
                            <a:srgbClr val="999999"/>
                          </a:solidFill>
                          <a:latin typeface="Fira Code"/>
                        </a:rPr>
                        <a:t>AP_GPS_ExternalAHRS::handle_external()</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Location loc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libraries/AP_GPS/AP_GPS_SITL.cpp</a:t>
                      </a:r>
                      <a:r>
                        <a:rPr sz="1100" b="0">
                          <a:solidFill>
                            <a:srgbClr val="999999"/>
                          </a:solidFill>
                          <a:latin typeface="Fira Code"/>
                        </a:rPr>
                        <a:t>  ·  </a:t>
                      </a:r>
                      <a:r>
                        <a:rPr sz="1100" b="0">
                          <a:solidFill>
                            <a:srgbClr val="999999"/>
                          </a:solidFill>
                          <a:latin typeface="Fira Code"/>
                        </a:rPr>
                        <a:t>86-93</a:t>
                      </a:r>
                      <a:r>
                        <a:rPr sz="1100" b="0">
                          <a:solidFill>
                            <a:srgbClr val="999999"/>
                          </a:solidFill>
                          <a:latin typeface="Fira Code"/>
                        </a:rPr>
                        <a:t>  ·  </a:t>
                      </a:r>
                      <a:r>
                        <a:rPr sz="1100" b="0">
                          <a:solidFill>
                            <a:srgbClr val="999999"/>
                          </a:solidFill>
                          <a:latin typeface="Fira Code"/>
                        </a:rPr>
                        <a:t>AP_GPS_SITL::read()</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state.num_sats = 15;</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 = Location{</a:t>
                      </a:r>
                    </a:p>
                    <a:p>
                      <a:pPr algn="l">
                        <a:lnSpc>
                          <a:spcPct val="106000"/>
                        </a:lnSpc>
                        <a:spcAft>
                          <a:spcPts val="0"/>
                        </a:spcAft>
                      </a:pPr>
                      <a:r>
                        <a:rPr sz="1100" b="0">
                          <a:solidFill>
                            <a:srgbClr val="333333"/>
                          </a:solidFill>
                          <a:latin typeface="Fira Code"/>
                        </a:rPr>
                        <a:t>        int32_t(latitude*1e7),</a:t>
                      </a:r>
                    </a:p>
                    <a:p>
                      <a:pPr algn="l">
                        <a:lnSpc>
                          <a:spcPct val="106000"/>
                        </a:lnSpc>
                        <a:spcAft>
                          <a:spcPts val="0"/>
                        </a:spcAft>
                      </a:pPr>
                      <a:r>
                        <a:rPr sz="1100" b="0">
                          <a:solidFill>
                            <a:srgbClr val="333333"/>
                          </a:solidFill>
                          <a:latin typeface="Fira Code"/>
                        </a:rPr>
                        <a:t>        int32_t(longitude*1e7),</a:t>
                      </a:r>
                    </a:p>
                    <a:p>
                      <a:pPr algn="l">
                        <a:lnSpc>
                          <a:spcPct val="106000"/>
                        </a:lnSpc>
                        <a:spcAft>
                          <a:spcPts val="0"/>
                        </a:spcAft>
                      </a:pPr>
                      <a:r>
                        <a:rPr sz="1100" b="0">
                          <a:solidFill>
                            <a:srgbClr val="333333"/>
                          </a:solidFill>
                          <a:latin typeface="Fira Code"/>
                        </a:rPr>
                        <a:t>        int32_t(altitude*100),</a:t>
                      </a:r>
                    </a:p>
                    <a:p>
                      <a:pPr algn="l">
                        <a:lnSpc>
                          <a:spcPct val="106000"/>
                        </a:lnSpc>
                        <a:spcAft>
                          <a:spcPts val="0"/>
                        </a:spcAft>
                      </a:pPr>
                      <a:r>
                        <a:rPr sz="1100" b="0">
                          <a:solidFill>
                            <a:srgbClr val="333333"/>
                          </a:solidFill>
                          <a:latin typeface="Fira Code"/>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libraries/AP_GPS/GPS_Backend.cpp</a:t>
                      </a:r>
                      <a:r>
                        <a:rPr sz="1100" b="0">
                          <a:solidFill>
                            <a:srgbClr val="999999"/>
                          </a:solidFill>
                          <a:latin typeface="Fira Code"/>
                        </a:rPr>
                        <a:t>  ·  </a:t>
                      </a:r>
                      <a:r>
                        <a:rPr sz="1100" b="0">
                          <a:solidFill>
                            <a:srgbClr val="999999"/>
                          </a:solidFill>
                          <a:latin typeface="Fira Code"/>
                        </a:rPr>
                        <a:t>101-109</a:t>
                      </a:r>
                      <a:r>
                        <a:rPr sz="1100" b="0">
                          <a:solidFill>
                            <a:srgbClr val="999999"/>
                          </a:solidFill>
                          <a:latin typeface="Fira Code"/>
                        </a:rPr>
                        <a:t>  ·  </a:t>
                      </a:r>
                      <a:r>
                        <a:rPr sz="1100" b="0">
                          <a:solidFill>
                            <a:srgbClr val="999999"/>
                          </a:solidFill>
                          <a:latin typeface="Fira Code"/>
                        </a:rPr>
                        <a:t>AP_GPS_Backend::fill_3d_velocity()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gps_heading = radians(state.ground_course);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state.velocity.x = state.ground_speed * cosf(gps_heading);</a:t>
                      </a:r>
                    </a:p>
                    <a:p>
                      <a:pPr algn="l">
                        <a:lnSpc>
                          <a:spcPct val="106000"/>
                        </a:lnSpc>
                        <a:spcAft>
                          <a:spcPts val="0"/>
                        </a:spcAft>
                      </a:pPr>
                      <a:r>
                        <a:rPr sz="1100" b="0">
                          <a:solidFill>
                            <a:srgbClr val="333333"/>
                          </a:solidFill>
                          <a:latin typeface="Fira Code"/>
                        </a:rPr>
                        <a:t>    state.velocity.y = state.ground_speed * sinf(gps_heading);</a:t>
                      </a:r>
                    </a:p>
                    <a:p>
                      <a:pPr algn="l">
                        <a:lnSpc>
                          <a:spcPct val="106000"/>
                        </a:lnSpc>
                        <a:spcAft>
                          <a:spcPts val="0"/>
                        </a:spcAft>
                      </a:pPr>
                      <a:r>
                        <a:rPr sz="1100" b="0">
                          <a:solidFill>
                            <a:srgbClr val="333333"/>
                          </a:solidFill>
                          <a:latin typeface="Fira Code"/>
                        </a:rPr>
                        <a:t>    state.velocity.z = 0;</a:t>
                      </a:r>
                    </a:p>
                    <a:p>
                      <a:pPr algn="l">
                        <a:lnSpc>
                          <a:spcPct val="106000"/>
                        </a:lnSpc>
                        <a:spcAft>
                          <a:spcPts val="0"/>
                        </a:spcAft>
                      </a:pPr>
                      <a:r>
                        <a:rPr sz="1100" b="0">
                          <a:solidFill>
                            <a:srgbClr val="333333"/>
                          </a:solidFill>
                          <a:latin typeface="Fira Code"/>
                        </a:rPr>
                        <a:t>    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324-329</a:t>
                      </a:r>
                      <a:r>
                        <a:rPr sz="1100" b="0">
                          <a:solidFill>
                            <a:srgbClr val="999999"/>
                          </a:solidFill>
                          <a:latin typeface="Fira Code"/>
                        </a:rPr>
                        <a:t>  ·  </a:t>
                      </a:r>
                      <a:r>
                        <a:rPr sz="1100" b="0">
                          <a:solidFill>
                            <a:srgbClr val="999999"/>
                          </a:solidFill>
                          <a:latin typeface="Fira Code"/>
                        </a:rPr>
                        <a:t>AP_GPS::location()</a:t>
                      </a:r>
                    </a:p>
                    <a:p>
                      <a:pPr algn="l">
                        <a:lnSpc>
                          <a:spcPct val="106000"/>
                        </a:lnSpc>
                        <a:spcAft>
                          <a:spcPts val="0"/>
                        </a:spcAft>
                      </a:pPr>
                      <a:r>
                        <a:rPr sz="1100" b="0">
                          <a:solidFill>
                            <a:srgbClr val="333333"/>
                          </a:solidFill>
                          <a:latin typeface="Fira Code"/>
                        </a:rPr>
                        <a:t>    const Location &amp;location(uint8_t instance) const {</a:t>
                      </a:r>
                    </a:p>
                    <a:p>
                      <a:pPr algn="l">
                        <a:lnSpc>
                          <a:spcPct val="106000"/>
                        </a:lnSpc>
                        <a:spcAft>
                          <a:spcPts val="0"/>
                        </a:spcAft>
                      </a:pPr>
                      <a:r>
                        <a:rPr sz="1100" b="0">
                          <a:solidFill>
                            <a:srgbClr val="333333"/>
                          </a:solidFill>
                          <a:latin typeface="Fira Code"/>
                        </a:rPr>
                        <a:t>        return state[instance].location;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Location &amp;location() const {</a:t>
                      </a:r>
                    </a:p>
                    <a:p>
                      <a:pPr algn="l">
                        <a:lnSpc>
                          <a:spcPct val="106000"/>
                        </a:lnSpc>
                        <a:spcAft>
                          <a:spcPts val="0"/>
                        </a:spcAft>
                      </a:pPr>
                      <a:r>
                        <a:rPr sz="1100" b="0">
                          <a:solidFill>
                            <a:srgbClr val="333333"/>
                          </a:solidFill>
                          <a:latin typeface="Fira Code"/>
                        </a:rPr>
                        <a:t>        return location(primary_instance);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360-365</a:t>
                      </a:r>
                      <a:r>
                        <a:rPr sz="1100" b="0">
                          <a:solidFill>
                            <a:srgbClr val="999999"/>
                          </a:solidFill>
                          <a:latin typeface="Fira Code"/>
                        </a:rPr>
                        <a:t>  ·  </a:t>
                      </a:r>
                      <a:r>
                        <a:rPr sz="1100" b="0">
                          <a:solidFill>
                            <a:srgbClr val="999999"/>
                          </a:solidFill>
                          <a:latin typeface="Fira Code"/>
                        </a:rPr>
                        <a:t>AP_GPS::velocity()</a:t>
                      </a:r>
                    </a:p>
                    <a:p>
                      <a:pPr algn="l">
                        <a:lnSpc>
                          <a:spcPct val="106000"/>
                        </a:lnSpc>
                        <a:spcAft>
                          <a:spcPts val="0"/>
                        </a:spcAft>
                      </a:pPr>
                      <a:r>
                        <a:rPr sz="1100" b="0">
                          <a:solidFill>
                            <a:srgbClr val="333333"/>
                          </a:solidFill>
                          <a:latin typeface="Fira Code"/>
                        </a:rPr>
                        <a:t>    const Vector3f &amp;velocity(uint8_t instance) const {</a:t>
                      </a:r>
                    </a:p>
                    <a:p>
                      <a:pPr algn="l">
                        <a:lnSpc>
                          <a:spcPct val="106000"/>
                        </a:lnSpc>
                        <a:spcAft>
                          <a:spcPts val="0"/>
                        </a:spcAft>
                      </a:pPr>
                      <a:r>
                        <a:rPr sz="1100" b="0">
                          <a:solidFill>
                            <a:srgbClr val="333333"/>
                          </a:solidFill>
                          <a:latin typeface="Fira Code"/>
                        </a:rPr>
                        <a:t>        return state[instance].velocity;</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Vector3f &amp;velocity() const {</a:t>
                      </a:r>
                    </a:p>
                    <a:p>
                      <a:pPr algn="l">
                        <a:lnSpc>
                          <a:spcPct val="106000"/>
                        </a:lnSpc>
                        <a:spcAft>
                          <a:spcPts val="0"/>
                        </a:spcAft>
                      </a:pPr>
                      <a:r>
                        <a:rPr sz="1100" b="0">
                          <a:solidFill>
                            <a:srgbClr val="333333"/>
                          </a:solidFill>
                          <a:latin typeface="Fira Code"/>
                        </a:rPr>
                        <a:t>        return velocity(primary_instance);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192-201</a:t>
                      </a:r>
                      <a:r>
                        <a:rPr sz="1100" b="0">
                          <a:solidFill>
                            <a:srgbClr val="999999"/>
                          </a:solidFill>
                          <a:latin typeface="Fira Code"/>
                        </a:rPr>
                        <a:t>  ·  </a:t>
                      </a:r>
                      <a:r>
                        <a:rPr sz="1100" b="0">
                          <a:solidFill>
                            <a:srgbClr val="999999"/>
                          </a:solidFill>
                          <a:latin typeface="Fira Code"/>
                        </a:rPr>
                        <a:t>structAP_GPS::GPS_State</a:t>
                      </a:r>
                    </a:p>
                    <a:p>
                      <a:pPr algn="l">
                        <a:lnSpc>
                          <a:spcPct val="106000"/>
                        </a:lnSpc>
                        <a:spcAft>
                          <a:spcPts val="0"/>
                        </a:spcAft>
                      </a:pPr>
                      <a:r>
                        <a:rPr sz="1100" b="0">
                          <a:solidFill>
                            <a:srgbClr val="333333"/>
                          </a:solidFill>
                          <a:latin typeface="Fira Code"/>
                        </a:rPr>
                        <a:t>    struct GPS_State {</a:t>
                      </a:r>
                    </a:p>
                    <a:p>
                      <a:pPr algn="l">
                        <a:lnSpc>
                          <a:spcPct val="106000"/>
                        </a:lnSpc>
                        <a:spcAft>
                          <a:spcPts val="0"/>
                        </a:spcAft>
                      </a:pPr>
                      <a:r>
                        <a:rPr sz="1100" b="0">
                          <a:solidFill>
                            <a:srgbClr val="333333"/>
                          </a:solidFill>
                          <a:latin typeface="Fira Code"/>
                        </a:rPr>
                        <a:t>        uint8_t instance; // the instance number of this 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all the following fields must all be filled by the backend driver</a:t>
                      </a:r>
                    </a:p>
                    <a:p>
                      <a:pPr algn="l">
                        <a:lnSpc>
                          <a:spcPct val="106000"/>
                        </a:lnSpc>
                        <a:spcAft>
                          <a:spcPts val="0"/>
                        </a:spcAft>
                      </a:pPr>
                      <a:r>
                        <a:rPr sz="1100" b="0">
                          <a:solidFill>
                            <a:srgbClr val="333333"/>
                          </a:solidFill>
                          <a:latin typeface="Fira Code"/>
                        </a:rPr>
                        <a:t>        GPS_Status status;                  ///&lt; driver fix status</a:t>
                      </a:r>
                    </a:p>
                    <a:p>
                      <a:pPr algn="l">
                        <a:lnSpc>
                          <a:spcPct val="106000"/>
                        </a:lnSpc>
                        <a:spcAft>
                          <a:spcPts val="0"/>
                        </a:spcAft>
                      </a:pPr>
                      <a:r>
                        <a:rPr sz="1100" b="0">
                          <a:solidFill>
                            <a:srgbClr val="333333"/>
                          </a:solidFill>
                          <a:latin typeface="Fira Code"/>
                        </a:rPr>
                        <a:t>        uint32_t time_week_ms;              ///&lt; GPS time (milliseconds from start of GPS week)</a:t>
                      </a:r>
                    </a:p>
                    <a:p>
                      <a:pPr algn="l">
                        <a:lnSpc>
                          <a:spcPct val="106000"/>
                        </a:lnSpc>
                        <a:spcAft>
                          <a:spcPts val="0"/>
                        </a:spcAft>
                      </a:pPr>
                      <a:r>
                        <a:rPr sz="1100" b="0">
                          <a:solidFill>
                            <a:srgbClr val="333333"/>
                          </a:solidFill>
                          <a:latin typeface="Fira Code"/>
                        </a:rPr>
                        <a:t>        uint16_t time_week;                 ///&lt; GPS week number</a:t>
                      </a:r>
                    </a:p>
                    <a:p>
                      <a:pPr algn="l">
                        <a:lnSpc>
                          <a:spcPct val="106000"/>
                        </a:lnSpc>
                        <a:spcAft>
                          <a:spcPts val="0"/>
                        </a:spcAft>
                      </a:pPr>
                      <a:r>
                        <a:rPr sz="1100" b="0">
                          <a:solidFill>
                            <a:srgbClr val="333333"/>
                          </a:solidFill>
                          <a:latin typeface="Fira Code"/>
                        </a:rPr>
                        <a:t>        Location location;                  ///&lt; last fix location</a:t>
                      </a:r>
                    </a:p>
                    <a:p>
                      <a:pPr algn="l">
                        <a:lnSpc>
                          <a:spcPct val="106000"/>
                        </a:lnSpc>
                        <a:spcAft>
                          <a:spcPts val="0"/>
                        </a:spcAft>
                      </a:pPr>
                      <a:r>
                        <a:rPr sz="1100" b="0">
                          <a:solidFill>
                            <a:srgbClr val="333333"/>
                          </a:solidFill>
                          <a:latin typeface="Fira Code"/>
                        </a:rPr>
                        <a:t>        float ground_speed;                 ///&lt; ground speed in m/s</a:t>
                      </a:r>
                    </a:p>
                    <a:p>
                      <a:pPr algn="l">
                        <a:lnSpc>
                          <a:spcPct val="106000"/>
                        </a:lnSpc>
                        <a:spcAft>
                          <a:spcPts val="0"/>
                        </a:spcAft>
                      </a:pPr>
                      <a:r>
                        <a:rPr sz="1100" b="0">
                          <a:solidFill>
                            <a:srgbClr val="333333"/>
                          </a:solidFill>
                          <a:latin typeface="Fira Code"/>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libraries/AP_GPS/AP_GPS_Blended.cpp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AP_GPS_Blended::_calc_weights()</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zero the blend weights</a:t>
                      </a:r>
                    </a:p>
                    <a:p>
                      <a:pPr algn="l">
                        <a:lnSpc>
                          <a:spcPct val="106000"/>
                        </a:lnSpc>
                        <a:spcAft>
                          <a:spcPts val="0"/>
                        </a:spcAft>
                      </a:pPr>
                      <a:r>
                        <a:rPr sz="1100" b="0">
                          <a:solidFill>
                            <a:srgbClr val="333333"/>
                          </a:solidFill>
                          <a:latin typeface="Fira Code"/>
                        </a:rPr>
                        <a:t>    memset(&amp;_blend_weights, 0, sizeof(_blend_weights));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static_assert(GPS_MAX_RECEIVERS == 2, "GPS blending only currently works with 2 receivers");</a:t>
                      </a:r>
                    </a:p>
                    <a:p>
                      <a:pPr algn="l">
                        <a:lnSpc>
                          <a:spcPct val="106000"/>
                        </a:lnSpc>
                        <a:spcAft>
                          <a:spcPts val="0"/>
                        </a:spcAft>
                      </a:pPr>
                      <a:r>
                        <a:rPr sz="1100" b="0">
                          <a:solidFill>
                            <a:srgbClr val="333333"/>
                          </a:solidFill>
                          <a:latin typeface="Fira Code"/>
                        </a:rPr>
                        <a:t>    // Note that the early quit below relies upon exactly 2 instances</a:t>
                      </a:r>
                    </a:p>
                    <a:p>
                      <a:pPr algn="l">
                        <a:lnSpc>
                          <a:spcPct val="106000"/>
                        </a:lnSpc>
                        <a:spcAft>
                          <a:spcPts val="0"/>
                        </a:spcAft>
                      </a:pPr>
                      <a:r>
                        <a:rPr sz="1100" b="0">
                          <a:solidFill>
                            <a:srgbClr val="333333"/>
                          </a:solidFill>
                          <a:latin typeface="Fira Code"/>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libraries/AP_Common/Location.h</a:t>
                      </a:r>
                      <a:r>
                        <a:rPr sz="1100" b="0">
                          <a:solidFill>
                            <a:srgbClr val="999999"/>
                          </a:solidFill>
                          <a:latin typeface="Fira Code"/>
                        </a:rPr>
                        <a:t>  ·  </a:t>
                      </a:r>
                      <a:r>
                        <a:rPr sz="1100" b="0">
                          <a:solidFill>
                            <a:srgbClr val="999999"/>
                          </a:solidFill>
                          <a:latin typeface="Fira Code"/>
                        </a:rPr>
                        <a:t>11-20</a:t>
                      </a:r>
                      <a:r>
                        <a:rPr sz="1100" b="0">
                          <a:solidFill>
                            <a:srgbClr val="999999"/>
                          </a:solidFill>
                          <a:latin typeface="Fira Code"/>
                        </a:rPr>
                        <a:t>  ·  </a:t>
                      </a:r>
                      <a:r>
                        <a:rPr sz="1100" b="0">
                          <a:solidFill>
                            <a:srgbClr val="999999"/>
                          </a:solidFill>
                          <a:latin typeface="Fira Code"/>
                        </a:rPr>
                        <a:t>classLocation</a:t>
                      </a:r>
                    </a:p>
                    <a:p>
                      <a:pPr algn="l">
                        <a:lnSpc>
                          <a:spcPct val="106000"/>
                        </a:lnSpc>
                        <a:spcAft>
                          <a:spcPts val="0"/>
                        </a:spcAft>
                      </a:pPr>
                      <a:r>
                        <a:rPr sz="1100" b="0">
                          <a:solidFill>
                            <a:srgbClr val="333333"/>
                          </a:solidFill>
                          <a:latin typeface="Fira Code"/>
                        </a:rPr>
                        <a:t>    uint8_t relative_alt : 1;           // 1 if altitude is relative to home</a:t>
                      </a:r>
                    </a:p>
                    <a:p>
                      <a:pPr algn="l">
                        <a:lnSpc>
                          <a:spcPct val="106000"/>
                        </a:lnSpc>
                        <a:spcAft>
                          <a:spcPts val="0"/>
                        </a:spcAft>
                      </a:pPr>
                      <a:r>
                        <a:rPr sz="1100" b="0">
                          <a:solidFill>
                            <a:srgbClr val="333333"/>
                          </a:solidFill>
                          <a:latin typeface="Fira Code"/>
                        </a:rPr>
                        <a:t>    uint8_t loiter_ccw   : 1;           // 0 if clockwise, 1 if counter clockwise</a:t>
                      </a:r>
                    </a:p>
                    <a:p>
                      <a:pPr algn="l">
                        <a:lnSpc>
                          <a:spcPct val="106000"/>
                        </a:lnSpc>
                        <a:spcAft>
                          <a:spcPts val="0"/>
                        </a:spcAft>
                      </a:pPr>
                      <a:r>
                        <a:rPr sz="1100" b="0">
                          <a:solidFill>
                            <a:srgbClr val="333333"/>
                          </a:solidFill>
                          <a:latin typeface="Fira Code"/>
                        </a:rPr>
                        <a:t>    uint8_t terrain_alt  : 1;           // this altitude is above terrain</a:t>
                      </a:r>
                    </a:p>
                    <a:p>
                      <a:pPr algn="l">
                        <a:lnSpc>
                          <a:spcPct val="106000"/>
                        </a:lnSpc>
                        <a:spcAft>
                          <a:spcPts val="0"/>
                        </a:spcAft>
                      </a:pPr>
                      <a:r>
                        <a:rPr sz="1100" b="0">
                          <a:solidFill>
                            <a:srgbClr val="333333"/>
                          </a:solidFill>
                          <a:latin typeface="Fira Code"/>
                        </a:rPr>
                        <a:t>    uint8_t origin_alt   : 1;           // this altitude is above ekf origin</a:t>
                      </a:r>
                    </a:p>
                    <a:p>
                      <a:pPr algn="l">
                        <a:lnSpc>
                          <a:spcPct val="106000"/>
                        </a:lnSpc>
                        <a:spcAft>
                          <a:spcPts val="0"/>
                        </a:spcAft>
                      </a:pPr>
                      <a:r>
                        <a:rPr sz="1100" b="0">
                          <a:solidFill>
                            <a:srgbClr val="333333"/>
                          </a:solidFill>
                          <a:latin typeface="Fira Code"/>
                        </a:rPr>
                        <a:t>    uint8_t loiter_xtrack : 1;          // 0 to crosstrack from center of waypoint, 1 to crosstrack from tangent exit location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note that mission storage only stores 24 bits of altitude (~ +/- 83km)</a:t>
                      </a:r>
                    </a:p>
                    <a:p>
                      <a:pPr algn="l">
                        <a:lnSpc>
                          <a:spcPct val="106000"/>
                        </a:lnSpc>
                        <a:spcAft>
                          <a:spcPts val="0"/>
                        </a:spcAft>
                      </a:pPr>
                      <a:r>
                        <a:rPr sz="1100" b="0">
                          <a:solidFill>
                            <a:srgbClr val="333333"/>
                          </a:solidFill>
                          <a:latin typeface="Fira Code"/>
                        </a:rPr>
                        <a:t>    int32_t alt; // in cm</a:t>
                      </a:r>
                    </a:p>
                    <a:p>
                      <a:pPr algn="l">
                        <a:lnSpc>
                          <a:spcPct val="106000"/>
                        </a:lnSpc>
                        <a:spcAft>
                          <a:spcPts val="0"/>
                        </a:spcAft>
                      </a:pPr>
                      <a:r>
                        <a:rPr sz="1100" b="0">
                          <a:solidFill>
                            <a:srgbClr val="333333"/>
                          </a:solidFill>
                          <a:latin typeface="Fira Code"/>
                        </a:rPr>
                        <a:t>    int32_t lat; // in 1E7 degrees</a:t>
                      </a:r>
                    </a:p>
                    <a:p>
                      <a:pPr algn="l">
                        <a:lnSpc>
                          <a:spcPct val="106000"/>
                        </a:lnSpc>
                        <a:spcAft>
                          <a:spcPts val="0"/>
                        </a:spcAft>
                      </a:pPr>
                      <a:r>
                        <a:rPr sz="1100" b="0">
                          <a:solidFill>
                            <a:srgbClr val="333333"/>
                          </a:solidFill>
                          <a:latin typeface="Fira Code"/>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libraries/AP_Common/Location.cpp</a:t>
                      </a:r>
                      <a:r>
                        <a:rPr sz="1100" b="0">
                          <a:solidFill>
                            <a:srgbClr val="999999"/>
                          </a:solidFill>
                          <a:latin typeface="Fira Code"/>
                        </a:rPr>
                        <a:t>  ·  </a:t>
                      </a:r>
                      <a:r>
                        <a:rPr sz="1100" b="0">
                          <a:solidFill>
                            <a:srgbClr val="999999"/>
                          </a:solidFill>
                          <a:latin typeface="Fira Code"/>
                        </a:rPr>
                        <a:t>259-268</a:t>
                      </a:r>
                      <a:r>
                        <a:rPr sz="1100" b="0">
                          <a:solidFill>
                            <a:srgbClr val="999999"/>
                          </a:solidFill>
                          <a:latin typeface="Fira Code"/>
                        </a:rPr>
                        <a:t>  ·  </a:t>
                      </a:r>
                      <a:r>
                        <a:rPr sz="1100" b="0">
                          <a:solidFill>
                            <a:srgbClr val="999999"/>
                          </a:solidFill>
                          <a:latin typeface="Fira Code"/>
                        </a:rPr>
                        <a:t>Location::get_vector_from_origin_NEU_cm()</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altitude</a:t>
                      </a:r>
                    </a:p>
                    <a:p>
                      <a:pPr algn="l">
                        <a:lnSpc>
                          <a:spcPct val="106000"/>
                        </a:lnSpc>
                        <a:spcAft>
                          <a:spcPts val="0"/>
                        </a:spcAft>
                      </a:pPr>
                      <a:r>
                        <a:rPr sz="1100" b="0">
                          <a:solidFill>
                            <a:srgbClr val="333333"/>
                          </a:solidFill>
                          <a:latin typeface="Fira Code"/>
                        </a:rPr>
                        <a:t>    int32_t alt_above_origin_cm = 0;</a:t>
                      </a:r>
                    </a:p>
                    <a:p>
                      <a:pPr algn="l">
                        <a:lnSpc>
                          <a:spcPct val="106000"/>
                        </a:lnSpc>
                        <a:spcAft>
                          <a:spcPts val="0"/>
                        </a:spcAft>
                      </a:pPr>
                      <a:r>
                        <a:rPr sz="1100" b="0">
                          <a:solidFill>
                            <a:srgbClr val="333333"/>
                          </a:solidFill>
                          <a:latin typeface="Fira Code"/>
                        </a:rPr>
                        <a:t>    if (!get_alt_cm(AltFrame::ABOVE_ORIGIN, alt_above_origin_cm))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lat, lon</a:t>
                      </a:r>
                    </a:p>
                    <a:p>
                      <a:pPr algn="l">
                        <a:lnSpc>
                          <a:spcPct val="106000"/>
                        </a:lnSpc>
                        <a:spcAft>
                          <a:spcPts val="0"/>
                        </a:spcAft>
                      </a:pPr>
                      <a:r>
                        <a:rPr sz="1100" b="0">
                          <a:solidFill>
                            <a:srgbClr val="333333"/>
                          </a:solidFill>
                          <a:latin typeface="Fira Code"/>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libraries/AP_InertialNav/AP_InertialNav.cpp</a:t>
                      </a:r>
                      <a:r>
                        <a:rPr sz="1100" b="0">
                          <a:solidFill>
                            <a:srgbClr val="999999"/>
                          </a:solidFill>
                          <a:latin typeface="Fira Code"/>
                        </a:rPr>
                        <a:t>  ·  </a:t>
                      </a:r>
                      <a:r>
                        <a:rPr sz="1100" b="0">
                          <a:solidFill>
                            <a:srgbClr val="999999"/>
                          </a:solidFill>
                          <a:latin typeface="Fira Code"/>
                        </a:rPr>
                        <a:t>14-23</a:t>
                      </a:r>
                      <a:r>
                        <a:rPr sz="1100" b="0">
                          <a:solidFill>
                            <a:srgbClr val="999999"/>
                          </a:solidFill>
                          <a:latin typeface="Fira Code"/>
                        </a:rPr>
                        <a:t>  ·  </a:t>
                      </a:r>
                      <a:r>
                        <a:rPr sz="1100" b="0">
                          <a:solidFill>
                            <a:srgbClr val="999999"/>
                          </a:solidFill>
                          <a:latin typeface="Fira Code"/>
                        </a:rPr>
                        <a:t>AP_InertialNav::update()</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get the NE position relative to the local earth frame origin</a:t>
                      </a:r>
                    </a:p>
                    <a:p>
                      <a:pPr algn="l">
                        <a:lnSpc>
                          <a:spcPct val="106000"/>
                        </a:lnSpc>
                        <a:spcAft>
                          <a:spcPts val="0"/>
                        </a:spcAft>
                      </a:pPr>
                      <a:r>
                        <a:rPr sz="1100" b="0">
                          <a:solidFill>
                            <a:srgbClr val="333333"/>
                          </a:solidFill>
                          <a:latin typeface="Fira Code"/>
                        </a:rPr>
                        <a:t>    Vector2f posNE;</a:t>
                      </a:r>
                    </a:p>
                    <a:p>
                      <a:pPr algn="l">
                        <a:lnSpc>
                          <a:spcPct val="106000"/>
                        </a:lnSpc>
                        <a:spcAft>
                          <a:spcPts val="0"/>
                        </a:spcAft>
                      </a:pPr>
                      <a:r>
                        <a:rPr sz="1100" b="0">
                          <a:solidFill>
                            <a:srgbClr val="333333"/>
                          </a:solidFill>
                          <a:latin typeface="Fira Code"/>
                        </a:rPr>
                        <a:t>    if (_ahrs_ekf.get_relative_position_NE_origin_float(posNE)) {</a:t>
                      </a:r>
                    </a:p>
                    <a:p>
                      <a:pPr algn="l">
                        <a:lnSpc>
                          <a:spcPct val="106000"/>
                        </a:lnSpc>
                        <a:spcAft>
                          <a:spcPts val="0"/>
                        </a:spcAft>
                      </a:pPr>
                      <a:r>
                        <a:rPr sz="1100" b="0">
                          <a:solidFill>
                            <a:srgbClr val="333333"/>
                          </a:solidFill>
                          <a:latin typeface="Fira Code"/>
                        </a:rPr>
                        <a:t>        _relpos_cm.x = posNE.x * 100; // convert from m to cm</a:t>
                      </a:r>
                    </a:p>
                    <a:p>
                      <a:pPr algn="l">
                        <a:lnSpc>
                          <a:spcPct val="106000"/>
                        </a:lnSpc>
                        <a:spcAft>
                          <a:spcPts val="0"/>
                        </a:spcAft>
                      </a:pPr>
                      <a:r>
                        <a:rPr sz="1100" b="0">
                          <a:solidFill>
                            <a:srgbClr val="333333"/>
                          </a:solidFill>
                          <a:latin typeface="Fira Code"/>
                        </a:rPr>
                        <a:t>        _relpos_cm.y = posNE.y * 100; // convert from m to cm</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libraries/AC_AttitudeControl/AC_PosControl.cpp</a:t>
                      </a:r>
                      <a:r>
                        <a:rPr sz="1100" b="0">
                          <a:solidFill>
                            <a:srgbClr val="999999"/>
                          </a:solidFill>
                          <a:latin typeface="Fira Code"/>
                        </a:rPr>
                        <a:t>  ·  </a:t>
                      </a:r>
                      <a:r>
                        <a:rPr sz="1100" b="0">
                          <a:solidFill>
                            <a:srgbClr val="999999"/>
                          </a:solidFill>
                          <a:latin typeface="Fira Code"/>
                        </a:rPr>
                        <a:t>363-372</a:t>
                      </a:r>
                      <a:r>
                        <a:rPr sz="1100" b="0">
                          <a:solidFill>
                            <a:srgbClr val="999999"/>
                          </a:solidFill>
                          <a:latin typeface="Fira Code"/>
                        </a:rPr>
                        <a:t>  ·  </a:t>
                      </a:r>
                      <a:r>
                        <a:rPr sz="1100" b="0">
                          <a:solidFill>
                            <a:srgbClr val="999999"/>
                          </a:solidFill>
                          <a:latin typeface="Fira Code"/>
                        </a:rPr>
                        <a:t>AC_PosControl::input_pos_NEU_cm()</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input_pos_NEU_m(pos_neu_cm * 0.01, pos_terrain_target_u_cm * 0.01,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 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libraries/APM_Control/AR_PosControl.cpp</a:t>
                      </a:r>
                      <a:r>
                        <a:rPr sz="1100" b="0">
                          <a:solidFill>
                            <a:srgbClr val="999999"/>
                          </a:solidFill>
                          <a:latin typeface="Fira Code"/>
                        </a:rPr>
                        <a:t>  ·  </a:t>
                      </a:r>
                      <a:r>
                        <a:rPr sz="1100" b="0">
                          <a:solidFill>
                            <a:srgbClr val="999999"/>
                          </a:solidFill>
                          <a:latin typeface="Fira Code"/>
                        </a:rPr>
                        <a:t>114-123</a:t>
                      </a:r>
                      <a:r>
                        <a:rPr sz="1100" b="0">
                          <a:solidFill>
                            <a:srgbClr val="999999"/>
                          </a:solidFill>
                          <a:latin typeface="Fira Code"/>
                        </a:rPr>
                        <a:t>  ·  </a:t>
                      </a:r>
                      <a:r>
                        <a:rPr sz="1100" b="0">
                          <a:solidFill>
                            <a:srgbClr val="999999"/>
                          </a:solidFill>
                          <a:latin typeface="Fira Code"/>
                        </a:rPr>
                        <a:t>AR_PosControl::update()</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 current location, destination or disarmed</a:t>
                      </a:r>
                    </a:p>
                    <a:p>
                      <a:pPr algn="l">
                        <a:lnSpc>
                          <a:spcPct val="106000"/>
                        </a:lnSpc>
                        <a:spcAft>
                          <a:spcPts val="0"/>
                        </a:spcAft>
                      </a:pPr>
                      <a:r>
                        <a:rPr sz="1100" b="0">
                          <a:solidFill>
                            <a:srgbClr val="333333"/>
                          </a:solidFill>
                          <a:latin typeface="Fira Code"/>
                        </a:rPr>
                        <a:t>    Vector3p curr_pos_NED_m;</a:t>
                      </a:r>
                    </a:p>
                    <a:p>
                      <a:pPr algn="l">
                        <a:lnSpc>
                          <a:spcPct val="106000"/>
                        </a:lnSpc>
                        <a:spcAft>
                          <a:spcPts val="0"/>
                        </a:spcAft>
                      </a:pPr>
                      <a:r>
                        <a:rPr sz="1100" b="0">
                          <a:solidFill>
                            <a:srgbClr val="333333"/>
                          </a:solidFill>
                          <a:latin typeface="Fira Code"/>
                        </a:rPr>
                        <a:t>    Vector3f curr_vel_NED;</a:t>
                      </a:r>
                    </a:p>
                    <a:p>
                      <a:pPr algn="l">
                        <a:lnSpc>
                          <a:spcPct val="106000"/>
                        </a:lnSpc>
                        <a:spcAft>
                          <a:spcPts val="0"/>
                        </a:spcAft>
                      </a:pPr>
                      <a:r>
                        <a:rPr sz="1100" b="0">
                          <a:solidFill>
                            <a:srgbClr val="333333"/>
                          </a:solidFill>
                          <a:latin typeface="Fira Code"/>
                        </a:rPr>
                        <a:t>    if (!hal.util-&gt;get_soft_armed() || !AP::ahrs().get_relative_position_NED_origin(curr_pos_NED_m) ||</a:t>
                      </a:r>
                    </a:p>
                    <a:p>
                      <a:pPr algn="l">
                        <a:lnSpc>
                          <a:spcPct val="106000"/>
                        </a:lnSpc>
                        <a:spcAft>
                          <a:spcPts val="0"/>
                        </a:spcAft>
                      </a:pPr>
                      <a:r>
                        <a:rPr sz="1100" b="0">
                          <a:solidFill>
                            <a:srgbClr val="333333"/>
                          </a:solidFill>
                          <a:latin typeface="Fira Code"/>
                        </a:rPr>
                        <a:t>        !AP::ahrs().get_velocity_NED(curr_vel_NED)) {</a:t>
                      </a:r>
                    </a:p>
                    <a:p>
                      <a:pPr algn="l">
                        <a:lnSpc>
                          <a:spcPct val="106000"/>
                        </a:lnSpc>
                        <a:spcAft>
                          <a:spcPts val="0"/>
                        </a:spcAft>
                      </a:pPr>
                      <a:r>
                        <a:rPr sz="1100" b="0">
                          <a:solidFill>
                            <a:srgbClr val="333333"/>
                          </a:solidFill>
                          <a:latin typeface="Fira Code"/>
                        </a:rPr>
                        <a:t>        _desired_speed = _atc.get_desired_speed_accel_limited(0.0f, dt);</a:t>
                      </a:r>
                    </a:p>
                    <a:p>
                      <a:pPr algn="l">
                        <a:lnSpc>
                          <a:spcPct val="106000"/>
                        </a:lnSpc>
                        <a:spcAft>
                          <a:spcPts val="0"/>
                        </a:spcAft>
                      </a:pPr>
                      <a:r>
                        <a:rPr sz="1100" b="0">
                          <a:solidFill>
                            <a:srgbClr val="333333"/>
                          </a:solidFill>
                          <a:latin typeface="Fira Code"/>
                        </a:rPr>
                        <a:t>        _desired_lat_accel = 0.0f;</a:t>
                      </a:r>
                    </a:p>
                    <a:p>
                      <a:pPr algn="l">
                        <a:lnSpc>
                          <a:spcPct val="106000"/>
                        </a:lnSpc>
                        <a:spcAft>
                          <a:spcPts val="0"/>
                        </a:spcAft>
                      </a:pPr>
                      <a:r>
                        <a:rPr sz="1100" b="0">
                          <a:solidFill>
                            <a:srgbClr val="333333"/>
                          </a:solidFill>
                          <a:latin typeface="Fira Code"/>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libraries/AP_Beacon/AP_Beacon.cpp</a:t>
                      </a:r>
                      <a:r>
                        <a:rPr sz="1100" b="0">
                          <a:solidFill>
                            <a:srgbClr val="999999"/>
                          </a:solidFill>
                          <a:latin typeface="Fira Code"/>
                        </a:rPr>
                        <a:t>  ·  </a:t>
                      </a:r>
                      <a:r>
                        <a:rPr sz="1100" b="0">
                          <a:solidFill>
                            <a:srgbClr val="999999"/>
                          </a:solidFill>
                          <a:latin typeface="Fira Code"/>
                        </a:rPr>
                        <a:t>175-184</a:t>
                      </a:r>
                      <a:r>
                        <a:rPr sz="1100" b="0">
                          <a:solidFill>
                            <a:srgbClr val="999999"/>
                          </a:solidFill>
                          <a:latin typeface="Fira Code"/>
                        </a:rPr>
                        <a:t>  ·  </a:t>
                      </a:r>
                      <a:r>
                        <a:rPr sz="1100" b="0">
                          <a:solidFill>
                            <a:srgbClr val="999999"/>
                          </a:solidFill>
                          <a:latin typeface="Fira Code"/>
                        </a:rPr>
                        <a:t>AP_Beacon::get_vehicle_position_ned()</a:t>
                      </a:r>
                    </a:p>
                    <a:p>
                      <a:pPr algn="l">
                        <a:lnSpc>
                          <a:spcPct val="106000"/>
                        </a:lnSpc>
                        <a:spcAft>
                          <a:spcPts val="0"/>
                        </a:spcAft>
                      </a:pPr>
                      <a:r>
                        <a:rPr sz="1100" b="0">
                          <a:solidFill>
                            <a:srgbClr val="333333"/>
                          </a:solidFill>
                          <a:latin typeface="Fira Code"/>
                        </a:rPr>
                        <a:t>bool AP_Beacon::get_vehicle_position_ned(Vector3f &amp;position, float&amp;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(!device_ready())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timeout</a:t>
                      </a:r>
                    </a:p>
                    <a:p>
                      <a:pPr algn="l">
                        <a:lnSpc>
                          <a:spcPct val="106000"/>
                        </a:lnSpc>
                        <a:spcAft>
                          <a:spcPts val="0"/>
                        </a:spcAft>
                      </a:pPr>
                      <a:r>
                        <a:rPr sz="1100" b="0">
                          <a:solidFill>
                            <a:srgbClr val="333333"/>
                          </a:solidFill>
                          <a:latin typeface="Fira Code"/>
                        </a:rPr>
                        <a:t>    if (AP_HAL::millis() - veh_pos_update_ms &gt; AP_BEACON_TIMEOUT_MS)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libraries/AP_VisualOdom/AP_VisualOdom.cpp</a:t>
                      </a:r>
                      <a:r>
                        <a:rPr sz="1100" b="0">
                          <a:solidFill>
                            <a:srgbClr val="999999"/>
                          </a:solidFill>
                          <a:latin typeface="Fira Code"/>
                        </a:rPr>
                        <a:t>  ·  </a:t>
                      </a:r>
                      <a:r>
                        <a:rPr sz="1100" b="0">
                          <a:solidFill>
                            <a:srgbClr val="999999"/>
                          </a:solidFill>
                          <a:latin typeface="Fira Code"/>
                        </a:rPr>
                        <a:t>201-210</a:t>
                      </a:r>
                      <a:r>
                        <a:rPr sz="1100" b="0">
                          <a:solidFill>
                            <a:srgbClr val="999999"/>
                          </a:solidFill>
                          <a:latin typeface="Fira Code"/>
                        </a:rPr>
                        <a:t>  ·  </a:t>
                      </a:r>
                      <a:r>
                        <a:rPr sz="1100" b="0">
                          <a:solidFill>
                            <a:srgbClr val="999999"/>
                          </a:solidFill>
                          <a:latin typeface="Fira Code"/>
                        </a:rPr>
                        <a:t>AP_VisualOdom::handle_pose_estimate()</a:t>
                      </a:r>
                    </a:p>
                    <a:p>
                      <a:pPr algn="l">
                        <a:lnSpc>
                          <a:spcPct val="106000"/>
                        </a:lnSpc>
                        <a:spcAft>
                          <a:spcPts val="0"/>
                        </a:spcAft>
                      </a:pPr>
                      <a:r>
                        <a:rPr sz="1100" b="0">
                          <a:solidFill>
                            <a:srgbClr val="333333"/>
                          </a:solidFill>
                          <a:latin typeface="Fira Code"/>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not enabled</a:t>
                      </a:r>
                    </a:p>
                    <a:p>
                      <a:pPr algn="l">
                        <a:lnSpc>
                          <a:spcPct val="106000"/>
                        </a:lnSpc>
                        <a:spcAft>
                          <a:spcPts val="0"/>
                        </a:spcAft>
                      </a:pPr>
                      <a:r>
                        <a:rPr sz="1100" b="0">
                          <a:solidFill>
                            <a:srgbClr val="333333"/>
                          </a:solidFill>
                          <a:latin typeface="Fira Code"/>
                        </a:rPr>
                        <a:t>    if (!enabled())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call backend</a:t>
                      </a:r>
                    </a:p>
                    <a:p>
                      <a:pPr algn="l">
                        <a:lnSpc>
                          <a:spcPct val="106000"/>
                        </a:lnSpc>
                        <a:spcAft>
                          <a:spcPts val="0"/>
                        </a:spcAft>
                      </a:pPr>
                      <a:r>
                        <a:rPr sz="1100" b="0">
                          <a:solidFill>
                            <a:srgbClr val="333333"/>
                          </a:solidFill>
                          <a:latin typeface="Fira Code"/>
                        </a:rPr>
                        <a:t>    if (_driver != nullptr) {</a:t>
                      </a:r>
                    </a:p>
                    <a:p>
                      <a:pPr algn="l">
                        <a:lnSpc>
                          <a:spcPct val="106000"/>
                        </a:lnSpc>
                        <a:spcAft>
                          <a:spcPts val="0"/>
                        </a:spcAft>
                      </a:pPr>
                      <a:r>
                        <a:rPr sz="1100" b="0">
                          <a:solidFill>
                            <a:srgbClr val="333333"/>
                          </a:solidFill>
                          <a:latin typeface="Fira Code"/>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AP_GPS_UBLOX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_buffer.posllh.itow;</a:t>
                      </a:r>
                    </a:p>
                    <a:p>
                      <a:pPr algn="l">
                        <a:lnSpc>
                          <a:spcPct val="106000"/>
                        </a:lnSpc>
                        <a:spcAft>
                          <a:spcPts val="0"/>
                        </a:spcAft>
                      </a:pPr>
                      <a:r>
                        <a:rPr sz="1100" b="0">
                          <a:solidFill>
                            <a:srgbClr val="333333"/>
                          </a:solidFill>
                          <a:latin typeface="Fira Code"/>
                        </a:rPr>
                        <a:t>state.location.lng = _buffer.posllh.longitude;</a:t>
                      </a:r>
                    </a:p>
                    <a:p>
                      <a:pPr algn="l">
                        <a:lnSpc>
                          <a:spcPct val="106000"/>
                        </a:lnSpc>
                        <a:spcAft>
                          <a:spcPts val="0"/>
                        </a:spcAft>
                      </a:pPr>
                      <a:r>
                        <a:rPr sz="1100" b="0">
                          <a:solidFill>
                            <a:srgbClr val="333333"/>
                          </a:solidFill>
                          <a:latin typeface="Fira Code"/>
                        </a:rPr>
                        <a:t>state.location.lat = _buffer.posllh.latitude;</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(_buffer.posllh.altitude_msl - _buffer.</a:t>
                      </a:r>
                    </a:p>
                    <a:p>
                      <a:pPr algn="l">
                        <a:lnSpc>
                          <a:spcPct val="106000"/>
                        </a:lnSpc>
                        <a:spcAft>
                          <a:spcPts val="0"/>
                        </a:spcAft>
                      </a:pPr>
                      <a:r>
                        <a:rPr sz="1100" b="0">
                          <a:solidFill>
                            <a:srgbClr val="333333"/>
                          </a:solidFill>
                          <a:latin typeface="Fira Code"/>
                        </a:rPr>
                        <a:t>posllh.altitude_ellipsoid) * 0.001;</a:t>
                      </a:r>
                    </a:p>
                    <a:p>
                      <a:pPr algn="l">
                        <a:lnSpc>
                          <a:spcPct val="106000"/>
                        </a:lnSpc>
                        <a:spcAft>
                          <a:spcPts val="0"/>
                        </a:spcAft>
                      </a:pPr>
                      <a:r>
                        <a:rPr sz="1100" b="0">
                          <a:solidFill>
                            <a:srgbClr val="333333"/>
                          </a:solidFill>
                          <a:latin typeface="Fira Code"/>
                        </a:rPr>
                        <a:t>set_alt_amsl_cm(state, _buffer.posllh.altitude_msl / 10);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AP_GPS_NMEA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_new_latitude;</a:t>
                      </a:r>
                    </a:p>
                    <a:p>
                      <a:pPr algn="l">
                        <a:lnSpc>
                          <a:spcPct val="106000"/>
                        </a:lnSpc>
                        <a:spcAft>
                          <a:spcPts val="0"/>
                        </a:spcAft>
                      </a:pPr>
                      <a:r>
                        <a:rPr sz="1100" b="0">
                          <a:solidFill>
                            <a:srgbClr val="333333"/>
                          </a:solidFill>
                          <a:latin typeface="Fira Code"/>
                        </a:rPr>
                        <a:t>state.location.lng = _new_longitude;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_new_satellite_count;</a:t>
                      </a:r>
                    </a:p>
                    <a:p>
                      <a:pPr algn="l">
                        <a:lnSpc>
                          <a:spcPct val="106000"/>
                        </a:lnSpc>
                        <a:spcAft>
                          <a:spcPts val="0"/>
                        </a:spcAft>
                      </a:pPr>
                      <a:r>
                        <a:rPr sz="1100" b="0">
                          <a:solidFill>
                            <a:srgbClr val="333333"/>
                          </a:solidFill>
                          <a:latin typeface="Fira Code"/>
                        </a:rPr>
                        <a:t>state.hdop = _new_hdop;</a:t>
                      </a:r>
                    </a:p>
                    <a:p>
                      <a:pPr algn="l">
                        <a:lnSpc>
                          <a:spcPct val="106000"/>
                        </a:lnSpc>
                        <a:spcAft>
                          <a:spcPts val="0"/>
                        </a:spcAft>
                      </a:pPr>
                      <a:r>
                        <a:rPr sz="1100" b="0">
                          <a:solidFill>
                            <a:srgbClr val="333333"/>
                          </a:solidFill>
                          <a:latin typeface="Fira Code"/>
                        </a:rPr>
                        <a:t>switch(_new_quality_indicator) {</a:t>
                      </a:r>
                    </a:p>
                    <a:p>
                      <a:pPr algn="l">
                        <a:lnSpc>
                          <a:spcPct val="106000"/>
                        </a:lnSpc>
                        <a:spcAft>
                          <a:spcPts val="0"/>
                        </a:spcAft>
                      </a:pPr>
                      <a:r>
                        <a:rPr sz="1100" b="0">
                          <a:solidFill>
                            <a:srgbClr val="333333"/>
                          </a:solidFill>
                          <a:latin typeface="Fira Code"/>
                        </a:rPr>
                        <a:t>case 0: // Fix not available or invalid</a:t>
                      </a:r>
                    </a:p>
                    <a:p>
                      <a:pPr algn="l">
                        <a:lnSpc>
                          <a:spcPct val="106000"/>
                        </a:lnSpc>
                        <a:spcAft>
                          <a:spcPts val="0"/>
                        </a:spcAft>
                      </a:pPr>
                      <a:r>
                        <a:rPr sz="1100" b="0">
                          <a:solidFill>
                            <a:srgbClr val="333333"/>
                          </a:solidFill>
                          <a:latin typeface="Fira Code"/>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(int32_t)(temp.Latitude * RAD_TO_DEG_DOUBLE * (double)1e7);</a:t>
                      </a:r>
                    </a:p>
                    <a:p>
                      <a:pPr algn="l">
                        <a:lnSpc>
                          <a:spcPct val="106000"/>
                        </a:lnSpc>
                        <a:spcAft>
                          <a:spcPts val="0"/>
                        </a:spcAft>
                      </a:pPr>
                      <a:r>
                        <a:rPr sz="1100" b="0">
                          <a:solidFill>
                            <a:srgbClr val="333333"/>
                          </a:solidFill>
                          <a:latin typeface="Fira Code"/>
                        </a:rPr>
                        <a:t>state.location.lng = (int32_t)(temp.Longitude * RAD_TO_DEG_DOUBLE * (double)1e7);</a:t>
                      </a:r>
                    </a:p>
                    <a:p>
                      <a:pPr algn="l">
                        <a:lnSpc>
                          <a:spcPct val="106000"/>
                        </a:lnSpc>
                        <a:spcAft>
                          <a:spcPts val="0"/>
                        </a:spcAft>
                      </a:pPr>
                      <a:r>
                        <a:rPr sz="1100" b="0">
                          <a:solidFill>
                            <a:srgbClr val="333333"/>
                          </a:solidFill>
                          <a:latin typeface="Fira Code"/>
                        </a:rPr>
                        <a:t>state.have_undulation = !is_DNU(temp.Undulation);</a:t>
                      </a:r>
                    </a:p>
                    <a:p>
                      <a:pPr algn="l">
                        <a:lnSpc>
                          <a:spcPct val="106000"/>
                        </a:lnSpc>
                        <a:spcAft>
                          <a:spcPts val="0"/>
                        </a:spcAft>
                      </a:pPr>
                      <a:r>
                        <a:rPr sz="1100" b="0">
                          <a:solidFill>
                            <a:srgbClr val="333333"/>
                          </a:solidFill>
                          <a:latin typeface="Fira Code"/>
                        </a:rPr>
                        <a:t>double height = temp.Height; // in metres</a:t>
                      </a:r>
                    </a:p>
                    <a:p>
                      <a:pPr algn="l">
                        <a:lnSpc>
                          <a:spcPct val="106000"/>
                        </a:lnSpc>
                        <a:spcAft>
                          <a:spcPts val="0"/>
                        </a:spcAft>
                      </a:pPr>
                      <a:r>
                        <a:rPr sz="1100" b="0">
                          <a:solidFill>
                            <a:srgbClr val="333333"/>
                          </a:solidFill>
                          <a:latin typeface="Fira Code"/>
                        </a:rPr>
                        <a:t>if (state.have_undulation) {</a:t>
                      </a:r>
                    </a:p>
                    <a:p>
                      <a:pPr algn="l">
                        <a:lnSpc>
                          <a:spcPct val="106000"/>
                        </a:lnSpc>
                        <a:spcAft>
                          <a:spcPts val="0"/>
                        </a:spcAft>
                      </a:pPr>
                      <a:r>
                        <a:rPr sz="1100" b="0">
                          <a:solidFill>
                            <a:srgbClr val="333333"/>
                          </a:solidFill>
                          <a:latin typeface="Fira Code"/>
                        </a:rPr>
                        <a:t>height -= temp.Undulation;</a:t>
                      </a:r>
                    </a:p>
                    <a:p>
                      <a:pPr algn="l">
                        <a:lnSpc>
                          <a:spcPct val="106000"/>
                        </a:lnSpc>
                        <a:spcAft>
                          <a:spcPts val="0"/>
                        </a:spcAft>
                      </a:pPr>
                      <a:r>
                        <a:rPr sz="1100" b="0">
                          <a:solidFill>
                            <a:srgbClr val="333333"/>
                          </a:solidFill>
                          <a:latin typeface="Fira Code"/>
                        </a:rPr>
                        <a:t>state.undulation = -temp.Undulation;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AP_GPS_NOVA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state.location.lat = (int32_t) (bestposu.lat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state.location.lng = (int32_t) (bestposu.lng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-bestposu.undulation;</a:t>
                      </a:r>
                    </a:p>
                    <a:p>
                      <a:pPr algn="l">
                        <a:lnSpc>
                          <a:spcPct val="106000"/>
                        </a:lnSpc>
                        <a:spcAft>
                          <a:spcPts val="0"/>
                        </a:spcAft>
                      </a:pPr>
                      <a:r>
                        <a:rPr sz="1100" b="0">
                          <a:solidFill>
                            <a:srgbClr val="333333"/>
                          </a:solidFill>
                          <a:latin typeface="Fira Code"/>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 (pos_llh-&gt;lat * (double)1e7);</a:t>
                      </a:r>
                    </a:p>
                    <a:p>
                      <a:pPr algn="l">
                        <a:lnSpc>
                          <a:spcPct val="106000"/>
                        </a:lnSpc>
                        <a:spcAft>
                          <a:spcPts val="0"/>
                        </a:spcAft>
                      </a:pPr>
                      <a:r>
                        <a:rPr sz="1100" b="0">
                          <a:solidFill>
                            <a:srgbClr val="333333"/>
                          </a:solidFill>
                          <a:latin typeface="Fira Code"/>
                        </a:rPr>
                        <a:t>state.location.lng = (int32_t) (pos_llh-&gt;lon * (double)1e7);</a:t>
                      </a:r>
                    </a:p>
                    <a:p>
                      <a:pPr algn="l">
                        <a:lnSpc>
                          <a:spcPct val="106000"/>
                        </a:lnSpc>
                        <a:spcAft>
                          <a:spcPts val="0"/>
                        </a:spcAft>
                      </a:pPr>
                      <a:r>
                        <a:rPr sz="1100" b="0">
                          <a:solidFill>
                            <a:srgbClr val="333333"/>
                          </a:solidFill>
                          <a:latin typeface="Fira Code"/>
                        </a:rPr>
                        <a:t>state.location.alt = (int32_t) (pos_llh-&gt;height * 100</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pos_llh-&gt;n_sats;</a:t>
                      </a:r>
                    </a:p>
                    <a:p>
                      <a:pPr algn="l">
                        <a:lnSpc>
                          <a:spcPct val="106000"/>
                        </a:lnSpc>
                        <a:spcAft>
                          <a:spcPts val="0"/>
                        </a:spcAft>
                      </a:pPr>
                      <a:r>
                        <a:rPr sz="1100" b="0">
                          <a:solidFill>
                            <a:srgbClr val="333333"/>
                          </a:solidFill>
                          <a:latin typeface="Fira Code"/>
                        </a:rPr>
                        <a:t>if (pos_llh-&gt;flags == 0) {</a:t>
                      </a:r>
                    </a:p>
                    <a:p>
                      <a:pPr algn="l">
                        <a:lnSpc>
                          <a:spcPct val="106000"/>
                        </a:lnSpc>
                        <a:spcAft>
                          <a:spcPts val="0"/>
                        </a:spcAft>
                      </a:pPr>
                      <a:r>
                        <a:rPr sz="1100" b="0">
                          <a:solidFill>
                            <a:srgbClr val="333333"/>
                          </a:solidFill>
                          <a:latin typeface="Fira Code"/>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AP_GPS_SBP2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 (last_pos_llh.lat * (double)1e7);</a:t>
                      </a:r>
                    </a:p>
                    <a:p>
                      <a:pPr algn="l">
                        <a:lnSpc>
                          <a:spcPct val="106000"/>
                        </a:lnSpc>
                        <a:spcAft>
                          <a:spcPts val="0"/>
                        </a:spcAft>
                      </a:pPr>
                      <a:r>
                        <a:rPr sz="1100" b="0">
                          <a:solidFill>
                            <a:srgbClr val="333333"/>
                          </a:solidFill>
                          <a:latin typeface="Fira Code"/>
                        </a:rPr>
                        <a:t>state.location.lng = (int32_t) (last_pos_llh.lon * (double)1e7);</a:t>
                      </a:r>
                    </a:p>
                    <a:p>
                      <a:pPr algn="l">
                        <a:lnSpc>
                          <a:spcPct val="106000"/>
                        </a:lnSpc>
                        <a:spcAft>
                          <a:spcPts val="0"/>
                        </a:spcAft>
                      </a:pPr>
                      <a:r>
                        <a:rPr sz="1100" b="0">
                          <a:solidFill>
                            <a:srgbClr val="333333"/>
                          </a:solidFill>
                          <a:latin typeface="Fira Code"/>
                        </a:rPr>
                        <a:t>state.location.alt = (int32_t) (last_pos_llh.height *</a:t>
                      </a:r>
                    </a:p>
                    <a:p>
                      <a:pPr algn="l">
                        <a:lnSpc>
                          <a:spcPct val="106000"/>
                        </a:lnSpc>
                        <a:spcAft>
                          <a:spcPts val="0"/>
                        </a:spcAft>
                      </a:pPr>
                      <a:r>
                        <a:rPr sz="1100" b="0">
                          <a:solidFill>
                            <a:srgbClr val="333333"/>
                          </a:solidFill>
                          <a:latin typeface="Fira Code"/>
                        </a:rPr>
                        <a:t>100);</a:t>
                      </a:r>
                    </a:p>
                    <a:p>
                      <a:pPr algn="l">
                        <a:lnSpc>
                          <a:spcPct val="106000"/>
                        </a:lnSpc>
                        <a:spcAft>
                          <a:spcPts val="0"/>
                        </a:spcAft>
                      </a:pPr>
                      <a:r>
                        <a:rPr sz="1100" b="0">
                          <a:solidFill>
                            <a:srgbClr val="333333"/>
                          </a:solidFill>
                          <a:latin typeface="Fira Code"/>
                        </a:rPr>
                        <a:t>state.num_sats = last_pos_llh.n_sats;</a:t>
                      </a:r>
                    </a:p>
                    <a:p>
                      <a:pPr algn="l">
                        <a:lnSpc>
                          <a:spcPct val="106000"/>
                        </a:lnSpc>
                        <a:spcAft>
                          <a:spcPts val="0"/>
                        </a:spcAft>
                      </a:pPr>
                      <a:r>
                        <a:rPr sz="1100" b="0">
                          <a:solidFill>
                            <a:srgbClr val="333333"/>
                          </a:solidFill>
                          <a:latin typeface="Fira Code"/>
                        </a:rPr>
                        <a:t>switch (last_pos_llh.flags.fix_mode) {</a:t>
                      </a:r>
                    </a:p>
                    <a:p>
                      <a:pPr algn="l">
                        <a:lnSpc>
                          <a:spcPct val="106000"/>
                        </a:lnSpc>
                        <a:spcAft>
                          <a:spcPts val="0"/>
                        </a:spcAft>
                      </a:pPr>
                      <a:r>
                        <a:rPr sz="1100" b="0">
                          <a:solidFill>
                            <a:srgbClr val="333333"/>
                          </a:solidFill>
                          <a:latin typeface="Fira Code"/>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AP_GPS_SIRF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AP_GPS::NO_FIX;</a:t>
                      </a:r>
                    </a:p>
                    <a:p>
                      <a:pPr algn="l">
                        <a:lnSpc>
                          <a:spcPct val="106000"/>
                        </a:lnSpc>
                        <a:spcAft>
                          <a:spcPts val="0"/>
                        </a:spcAft>
                      </a:pPr>
                      <a:r>
                        <a:rPr sz="1100" b="0">
                          <a:solidFill>
                            <a:srgbClr val="333333"/>
                          </a:solidFill>
                          <a:latin typeface="Fira Code"/>
                        </a:rPr>
                        <a:t>}else if ((_buffer.nav.fix_type &amp; FIX_MASK) == FIX_3D) {</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}else{</a:t>
                      </a:r>
                    </a:p>
                    <a:p>
                      <a:pPr algn="l">
                        <a:lnSpc>
                          <a:spcPct val="106000"/>
                        </a:lnSpc>
                        <a:spcAft>
                          <a:spcPts val="0"/>
                        </a:spcAft>
                      </a:pPr>
                      <a:r>
                        <a:rPr sz="1100" b="0">
                          <a:solidFill>
                            <a:srgbClr val="333333"/>
                          </a:solidFill>
                          <a:latin typeface="Fira Code"/>
                        </a:rPr>
                        <a:t>state.status = AP_GPS::GPS_OK_FIX_2D;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int32_t(be32toh(_buffer.nav.latitude));</a:t>
                      </a:r>
                    </a:p>
                    <a:p>
                      <a:pPr algn="l">
                        <a:lnSpc>
                          <a:spcPct val="106000"/>
                        </a:lnSpc>
                        <a:spcAft>
                          <a:spcPts val="0"/>
                        </a:spcAft>
                      </a:pPr>
                      <a:r>
                        <a:rPr sz="1100" b="0">
                          <a:solidFill>
                            <a:srgbClr val="333333"/>
                          </a:solidFill>
                          <a:latin typeface="Fira Code"/>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AP_GPS_ERB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_buffer.pos.time;</a:t>
                      </a:r>
                    </a:p>
                    <a:p>
                      <a:pPr algn="l">
                        <a:lnSpc>
                          <a:spcPct val="106000"/>
                        </a:lnSpc>
                        <a:spcAft>
                          <a:spcPts val="0"/>
                        </a:spcAft>
                      </a:pPr>
                      <a:r>
                        <a:rPr sz="1100" b="0">
                          <a:solidFill>
                            <a:srgbClr val="333333"/>
                          </a:solidFill>
                          <a:latin typeface="Fira Code"/>
                        </a:rPr>
                        <a:t>state.location.lng = (int32_t)(_buffer.pos.longitude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state.location.lat = (int32_t)(_buffer.pos.latitude *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_buffer.pos.altitude_msl - _buffer.pos.</a:t>
                      </a:r>
                    </a:p>
                    <a:p>
                      <a:pPr algn="l">
                        <a:lnSpc>
                          <a:spcPct val="106000"/>
                        </a:lnSpc>
                        <a:spcAft>
                          <a:spcPts val="0"/>
                        </a:spcAft>
                      </a:pPr>
                      <a:r>
                        <a:rPr sz="1100" b="0">
                          <a:solidFill>
                            <a:srgbClr val="333333"/>
                          </a:solidFill>
                          <a:latin typeface="Fira Code"/>
                        </a:rPr>
                        <a:t>altitude_ellipsoid;</a:t>
                      </a:r>
                    </a:p>
                    <a:p>
                      <a:pPr algn="l">
                        <a:lnSpc>
                          <a:spcPct val="106000"/>
                        </a:lnSpc>
                        <a:spcAft>
                          <a:spcPts val="0"/>
                        </a:spcAft>
                      </a:pPr>
                      <a:r>
                        <a:rPr sz="1100" b="0">
                          <a:solidFill>
                            <a:srgbClr val="333333"/>
                          </a:solidFill>
                          <a:latin typeface="Fira Code"/>
                        </a:rPr>
                        <a:t>set_alt_amsl_cm(state, _buffer.pos.altitude_msl * 100);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AP_GPS_MAV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(AP_GPS::GPS_Status)packet.fix_type;</a:t>
                      </a:r>
                    </a:p>
                    <a:p>
                      <a:pPr algn="l">
                        <a:lnSpc>
                          <a:spcPct val="106000"/>
                        </a:lnSpc>
                        <a:spcAft>
                          <a:spcPts val="0"/>
                        </a:spcAft>
                      </a:pPr>
                      <a:r>
                        <a:rPr sz="1100" b="0">
                          <a:solidFill>
                            <a:srgbClr val="333333"/>
                          </a:solidFill>
                          <a:latin typeface="Fira Code"/>
                        </a:rPr>
                        <a:t>Location loc = {};</a:t>
                      </a:r>
                    </a:p>
                    <a:p>
                      <a:pPr algn="l">
                        <a:lnSpc>
                          <a:spcPct val="106000"/>
                        </a:lnSpc>
                        <a:spcAft>
                          <a:spcPts val="0"/>
                        </a:spcAft>
                      </a:pPr>
                      <a:r>
                        <a:rPr sz="1100" b="0">
                          <a:solidFill>
                            <a:srgbClr val="333333"/>
                          </a:solidFill>
                          <a:latin typeface="Fira Code"/>
                        </a:rPr>
                        <a:t>loc.lat = packet.lat;</a:t>
                      </a:r>
                    </a:p>
                    <a:p>
                      <a:pPr algn="l">
                        <a:lnSpc>
                          <a:spcPct val="106000"/>
                        </a:lnSpc>
                        <a:spcAft>
                          <a:spcPts val="0"/>
                        </a:spcAft>
                      </a:pPr>
                      <a:r>
                        <a:rPr sz="1100" b="0">
                          <a:solidFill>
                            <a:srgbClr val="333333"/>
                          </a:solidFill>
                          <a:latin typeface="Fira Code"/>
                        </a:rPr>
                        <a:t>loc.lng = packet.lon;</a:t>
                      </a:r>
                    </a:p>
                    <a:p>
                      <a:pPr algn="l">
                        <a:lnSpc>
                          <a:spcPct val="106000"/>
                        </a:lnSpc>
                        <a:spcAft>
                          <a:spcPts val="0"/>
                        </a:spcAft>
                      </a:pPr>
                      <a:r>
                        <a:rPr sz="1100" b="0">
                          <a:solidFill>
                            <a:srgbClr val="333333"/>
                          </a:solidFill>
                          <a:latin typeface="Fira Code"/>
                        </a:rPr>
                        <a:t>if (have_alt) {</a:t>
                      </a:r>
                    </a:p>
                    <a:p>
                      <a:pPr algn="l">
                        <a:lnSpc>
                          <a:spcPct val="106000"/>
                        </a:lnSpc>
                        <a:spcAft>
                          <a:spcPts val="0"/>
                        </a:spcAft>
                      </a:pPr>
                      <a:r>
                        <a:rPr sz="1100" b="0">
                          <a:solidFill>
                            <a:srgbClr val="333333"/>
                          </a:solidFill>
                          <a:latin typeface="Fira Code"/>
                        </a:rPr>
                        <a:t>loc.alt = packet.alt * 100; // convert to centimeters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AP_GPS_MSP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(AP_GPS::GPS_Status)pkt.fix_type;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state.location =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AP_GPS_GSOF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(int32_t)(RAD_TO_DEG_DOUBLE * position.latitude_rad * (double)1e7);</a:t>
                      </a:r>
                    </a:p>
                    <a:p>
                      <a:pPr algn="l">
                        <a:lnSpc>
                          <a:spcPct val="106000"/>
                        </a:lnSpc>
                        <a:spcAft>
                          <a:spcPts val="0"/>
                        </a:spcAft>
                      </a:pPr>
                      <a:r>
                        <a:rPr sz="1100" b="0">
                          <a:solidFill>
                            <a:srgbClr val="333333"/>
                          </a:solidFill>
                          <a:latin typeface="Fira Code"/>
                        </a:rPr>
                        <a:t>state.location.lng = (int32_t)(RAD_TO_DEG_DOUBLE * position.longitude_rad * (double)1e7);</a:t>
                      </a:r>
                    </a:p>
                    <a:p>
                      <a:pPr algn="l">
                        <a:lnSpc>
                          <a:spcPct val="106000"/>
                        </a:lnSpc>
                        <a:spcAft>
                          <a:spcPts val="0"/>
                        </a:spcAft>
                      </a:pPr>
                      <a:r>
                        <a:rPr sz="1100" b="0">
                          <a:solidFill>
                            <a:srgbClr val="333333"/>
                          </a:solidFill>
                          <a:latin typeface="Fira Code"/>
                        </a:rPr>
                        <a:t>state.location.alt = (int32_t)(position.altitude * 100);</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if ((vel.velocity_flags &amp; 1) == 1) {</a:t>
                      </a:r>
                    </a:p>
                    <a:p>
                      <a:pPr algn="l">
                        <a:lnSpc>
                          <a:spcPct val="106000"/>
                        </a:lnSpc>
                        <a:spcAft>
                          <a:spcPts val="0"/>
                        </a:spcAft>
                      </a:pPr>
                      <a:r>
                        <a:rPr sz="1100" b="0">
                          <a:solidFill>
                            <a:srgbClr val="333333"/>
                          </a:solidFill>
                          <a:latin typeface="Fira Code"/>
                        </a:rPr>
                        <a:t>state.ground_speed = vel.horizontal_velocity;</a:t>
                      </a:r>
                    </a:p>
                    <a:p>
                      <a:pPr algn="l">
                        <a:lnSpc>
                          <a:spcPct val="106000"/>
                        </a:lnSpc>
                        <a:spcAft>
                          <a:spcPts val="0"/>
                        </a:spcAft>
                      </a:pPr>
                      <a:r>
                        <a:rPr sz="1100" b="0">
                          <a:solidFill>
                            <a:srgbClr val="333333"/>
                          </a:solidFill>
                          <a:latin typeface="Fira Code"/>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AP_GPS_DroneCAN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if (msg.height_msl_mm != msg.height_ellipsoid_mm) {</a:t>
                      </a:r>
                    </a:p>
                    <a:p>
                      <a:pPr algn="l">
                        <a:lnSpc>
                          <a:spcPct val="106000"/>
                        </a:lnSpc>
                        <a:spcAft>
                          <a:spcPts val="0"/>
                        </a:spcAft>
                      </a:pPr>
                      <a:r>
                        <a:rPr sz="1100" b="0">
                          <a:solidFill>
                            <a:srgbClr val="333333"/>
                          </a:solidFill>
                          <a:latin typeface="Fira Code"/>
                        </a:rPr>
                        <a:t>seen_valid_height_ellipsoid = true;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interim_state.have_undulation = seen_valid_height_ellipsoid;</a:t>
                      </a:r>
                    </a:p>
                    <a:p>
                      <a:pPr algn="l">
                        <a:lnSpc>
                          <a:spcPct val="106000"/>
                        </a:lnSpc>
                        <a:spcAft>
                          <a:spcPts val="0"/>
                        </a:spcAft>
                      </a:pPr>
                      <a:r>
                        <a:rPr sz="1100" b="0">
                          <a:solidFill>
                            <a:srgbClr val="333333"/>
                          </a:solidFill>
                          <a:latin typeface="Fira Code"/>
                        </a:rPr>
                        <a:t>if (seen_valid_height_ellipsoid) {</a:t>
                      </a:r>
                    </a:p>
                    <a:p>
                      <a:pPr algn="l">
                        <a:lnSpc>
                          <a:spcPct val="106000"/>
                        </a:lnSpc>
                        <a:spcAft>
                          <a:spcPts val="0"/>
                        </a:spcAft>
                      </a:pPr>
                      <a:r>
                        <a:rPr sz="1100" b="0">
                          <a:solidFill>
                            <a:srgbClr val="333333"/>
                          </a:solidFill>
                          <a:latin typeface="Fira Code"/>
                        </a:rPr>
                        <a:t>interim_state.undulation = (msg.height_msl_mm - msg.height_ellipsoid_mm) * 0.001;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interim_state.location = loc;</a:t>
                      </a:r>
                    </a:p>
                    <a:p>
                      <a:pPr algn="l">
                        <a:lnSpc>
                          <a:spcPct val="106000"/>
                        </a:lnSpc>
                        <a:spcAft>
                          <a:spcPts val="0"/>
                        </a:spcAft>
                      </a:pPr>
                      <a:r>
                        <a:rPr sz="1100" b="0">
                          <a:solidFill>
                            <a:srgbClr val="333333"/>
                          </a:solidFill>
                          <a:latin typeface="Fira Code"/>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AP_GPS_ExternalAHRS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const Location loc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AP_GPS_SITL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state.num_sats = 15;</a:t>
                      </a:r>
                    </a:p>
                    <a:p>
                      <a:pPr algn="l">
                        <a:lnSpc>
                          <a:spcPct val="106000"/>
                        </a:lnSpc>
                        <a:spcAft>
                          <a:spcPts val="0"/>
                        </a:spcAft>
                      </a:pPr>
                      <a:r>
                        <a:rPr sz="1100" b="0">
                          <a:solidFill>
                            <a:srgbClr val="333333"/>
                          </a:solidFill>
                          <a:latin typeface="Fira Code"/>
                        </a:rPr>
                        <a:t>state.location = Location{</a:t>
                      </a:r>
                    </a:p>
                    <a:p>
                      <a:pPr algn="l">
                        <a:lnSpc>
                          <a:spcPct val="106000"/>
                        </a:lnSpc>
                        <a:spcAft>
                          <a:spcPts val="0"/>
                        </a:spcAft>
                      </a:pPr>
                      <a:r>
                        <a:rPr sz="1100" b="0">
                          <a:solidFill>
                            <a:srgbClr val="333333"/>
                          </a:solidFill>
                          <a:latin typeface="Fira Code"/>
                        </a:rPr>
                        <a:t>int32_t(latitude*1e7),</a:t>
                      </a:r>
                    </a:p>
                    <a:p>
                      <a:pPr algn="l">
                        <a:lnSpc>
                          <a:spcPct val="106000"/>
                        </a:lnSpc>
                        <a:spcAft>
                          <a:spcPts val="0"/>
                        </a:spcAft>
                      </a:pPr>
                      <a:r>
                        <a:rPr sz="1100" b="0">
                          <a:solidFill>
                            <a:srgbClr val="333333"/>
                          </a:solidFill>
                          <a:latin typeface="Fira Code"/>
                        </a:rPr>
                        <a:t>int32_t(longitude*1e7),</a:t>
                      </a:r>
                    </a:p>
                    <a:p>
                      <a:pPr algn="l">
                        <a:lnSpc>
                          <a:spcPct val="106000"/>
                        </a:lnSpc>
                        <a:spcAft>
                          <a:spcPts val="0"/>
                        </a:spcAft>
                      </a:pPr>
                      <a:r>
                        <a:rPr sz="1100" b="0">
                          <a:solidFill>
                            <a:srgbClr val="333333"/>
                          </a:solidFill>
                          <a:latin typeface="Fira Code"/>
                        </a:rPr>
                        <a:t>int32_t(altitude*100),</a:t>
                      </a:r>
                    </a:p>
                    <a:p>
                      <a:pPr algn="l">
                        <a:lnSpc>
                          <a:spcPct val="106000"/>
                        </a:lnSpc>
                        <a:spcAft>
                          <a:spcPts val="0"/>
                        </a:spcAft>
                      </a:pPr>
                      <a:r>
                        <a:rPr sz="1100" b="0">
                          <a:solidFill>
                            <a:srgbClr val="333333"/>
                          </a:solidFill>
                          <a:latin typeface="Fira Code"/>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06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AP_GPS_Backend::fill_3d_velocity()</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gps_heading = radians(state.ground_course);</a:t>
                      </a:r>
                    </a:p>
                    <a:p>
                      <a:pPr algn="l">
                        <a:lnSpc>
                          <a:spcPct val="106000"/>
                        </a:lnSpc>
                        <a:spcAft>
                          <a:spcPts val="0"/>
                        </a:spcAft>
                      </a:pPr>
                      <a:r>
                        <a:rPr sz="1100" b="0">
                          <a:solidFill>
                            <a:srgbClr val="333333"/>
                          </a:solidFill>
                          <a:latin typeface="Fira Code"/>
                        </a:rPr>
                        <a:t>state.velocity.x = state.ground_speed * cosf(gps_heading);</a:t>
                      </a:r>
                    </a:p>
                    <a:p>
                      <a:pPr algn="l">
                        <a:lnSpc>
                          <a:spcPct val="106000"/>
                        </a:lnSpc>
                        <a:spcAft>
                          <a:spcPts val="0"/>
                        </a:spcAft>
                      </a:pPr>
                      <a:r>
                        <a:rPr sz="1100" b="0">
                          <a:solidFill>
                            <a:srgbClr val="333333"/>
                          </a:solidFill>
                          <a:latin typeface="Fira Code"/>
                        </a:rPr>
                        <a:t>state.velocity.y = state.ground_speed * sinf(gps_heading);</a:t>
                      </a:r>
                    </a:p>
                    <a:p>
                      <a:pPr algn="l">
                        <a:lnSpc>
                          <a:spcPct val="106000"/>
                        </a:lnSpc>
                        <a:spcAft>
                          <a:spcPts val="0"/>
                        </a:spcAft>
                      </a:pPr>
                      <a:r>
                        <a:rPr sz="1100" b="0">
                          <a:solidFill>
                            <a:srgbClr val="333333"/>
                          </a:solidFill>
                          <a:latin typeface="Fira Code"/>
                        </a:rPr>
                        <a:t>state.velocity.z = 0;</a:t>
                      </a:r>
                    </a:p>
                    <a:p>
                      <a:pPr algn="l">
                        <a:lnSpc>
                          <a:spcPct val="106000"/>
                        </a:lnSpc>
                        <a:spcAft>
                          <a:spcPts val="0"/>
                        </a:spcAft>
                      </a:pPr>
                      <a:r>
                        <a:rPr sz="1100" b="0">
                          <a:solidFill>
                            <a:srgbClr val="333333"/>
                          </a:solidFill>
                          <a:latin typeface="Fira Code"/>
                        </a:rPr>
                        <a:t>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Location &amp;location(uint8_t instance) const {</a:t>
                      </a:r>
                    </a:p>
                    <a:p>
                      <a:pPr algn="l">
                        <a:lnSpc>
                          <a:spcPct val="106000"/>
                        </a:lnSpc>
                        <a:spcAft>
                          <a:spcPts val="0"/>
                        </a:spcAft>
                      </a:pPr>
                      <a:r>
                        <a:rPr sz="1100" b="0">
                          <a:solidFill>
                            <a:srgbClr val="333333"/>
                          </a:solidFill>
                          <a:latin typeface="Fira Code"/>
                        </a:rPr>
                        <a:t>return state[instance].location;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Location &amp;location() const {</a:t>
                      </a:r>
                    </a:p>
                    <a:p>
                      <a:pPr algn="l">
                        <a:lnSpc>
                          <a:spcPct val="106000"/>
                        </a:lnSpc>
                        <a:spcAft>
                          <a:spcPts val="0"/>
                        </a:spcAft>
                      </a:pPr>
                      <a:r>
                        <a:rPr sz="1100" b="0">
                          <a:solidFill>
                            <a:srgbClr val="333333"/>
                          </a:solidFill>
                          <a:latin typeface="Fira Code"/>
                        </a:rPr>
                        <a:t>return location(primary_instance);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Vector3f &amp;velocity(uint8_t instance) const {</a:t>
                      </a:r>
                    </a:p>
                    <a:p>
                      <a:pPr algn="l">
                        <a:lnSpc>
                          <a:spcPct val="106000"/>
                        </a:lnSpc>
                        <a:spcAft>
                          <a:spcPts val="0"/>
                        </a:spcAft>
                      </a:pPr>
                      <a:r>
                        <a:rPr sz="1100" b="0">
                          <a:solidFill>
                            <a:srgbClr val="333333"/>
                          </a:solidFill>
                          <a:latin typeface="Fira Code"/>
                        </a:rPr>
                        <a:t>return state[instance].velocity;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Vector3f &amp;velocity() const {</a:t>
                      </a:r>
                    </a:p>
                    <a:p>
                      <a:pPr algn="l">
                        <a:lnSpc>
                          <a:spcPct val="106000"/>
                        </a:lnSpc>
                        <a:spcAft>
                          <a:spcPts val="0"/>
                        </a:spcAft>
                      </a:pPr>
                      <a:r>
                        <a:rPr sz="1100" b="0">
                          <a:solidFill>
                            <a:srgbClr val="333333"/>
                          </a:solidFill>
                          <a:latin typeface="Fira Code"/>
                        </a:rPr>
                        <a:t>return velocity(primary_instance);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AP_GPS::GPS_State (struct)</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struct GPS_State {</a:t>
                      </a:r>
                    </a:p>
                    <a:p>
                      <a:pPr algn="l">
                        <a:lnSpc>
                          <a:spcPct val="106000"/>
                        </a:lnSpc>
                        <a:spcAft>
                          <a:spcPts val="0"/>
                        </a:spcAft>
                      </a:pPr>
                      <a:r>
                        <a:rPr sz="1100" b="0">
                          <a:solidFill>
                            <a:srgbClr val="333333"/>
                          </a:solidFill>
                          <a:latin typeface="Fira Code"/>
                        </a:rPr>
                        <a:t>uint8_t instance; // the instance number of this GPS</a:t>
                      </a:r>
                    </a:p>
                    <a:p>
                      <a:pPr algn="l">
                        <a:lnSpc>
                          <a:spcPct val="106000"/>
                        </a:lnSpc>
                        <a:spcAft>
                          <a:spcPts val="0"/>
                        </a:spcAft>
                      </a:pPr>
                      <a:r>
                        <a:rPr sz="1100" b="0">
                          <a:solidFill>
                            <a:srgbClr val="333333"/>
                          </a:solidFill>
                          <a:latin typeface="Fira Code"/>
                        </a:rPr>
                        <a:t>// all the following fields must all be filled by the backend driver</a:t>
                      </a:r>
                    </a:p>
                    <a:p>
                      <a:pPr algn="l">
                        <a:lnSpc>
                          <a:spcPct val="106000"/>
                        </a:lnSpc>
                        <a:spcAft>
                          <a:spcPts val="0"/>
                        </a:spcAft>
                      </a:pPr>
                      <a:r>
                        <a:rPr sz="1100" b="0">
                          <a:solidFill>
                            <a:srgbClr val="333333"/>
                          </a:solidFill>
                          <a:latin typeface="Fira Code"/>
                        </a:rPr>
                        <a:t>GPS_Status status; ///&lt; driver fix status</a:t>
                      </a:r>
                    </a:p>
                    <a:p>
                      <a:pPr algn="l">
                        <a:lnSpc>
                          <a:spcPct val="106000"/>
                        </a:lnSpc>
                        <a:spcAft>
                          <a:spcPts val="0"/>
                        </a:spcAft>
                      </a:pPr>
                      <a:r>
                        <a:rPr sz="1100" b="0">
                          <a:solidFill>
                            <a:srgbClr val="333333"/>
                          </a:solidFill>
                          <a:latin typeface="Fira Code"/>
                        </a:rPr>
                        <a:t>uint32_t time_week_ms; ///&lt; GPS time (milliseconds from start of GPS week)</a:t>
                      </a:r>
                    </a:p>
                    <a:p>
                      <a:pPr algn="l">
                        <a:lnSpc>
                          <a:spcPct val="106000"/>
                        </a:lnSpc>
                        <a:spcAft>
                          <a:spcPts val="0"/>
                        </a:spcAft>
                      </a:pPr>
                      <a:r>
                        <a:rPr sz="1100" b="0">
                          <a:solidFill>
                            <a:srgbClr val="333333"/>
                          </a:solidFill>
                          <a:latin typeface="Fira Code"/>
                        </a:rPr>
                        <a:t>uint16_t time_week; ///&lt; GPS week number</a:t>
                      </a:r>
                    </a:p>
                    <a:p>
                      <a:pPr algn="l">
                        <a:lnSpc>
                          <a:spcPct val="106000"/>
                        </a:lnSpc>
                        <a:spcAft>
                          <a:spcPts val="0"/>
                        </a:spcAft>
                      </a:pPr>
                      <a:r>
                        <a:rPr sz="1100" b="0">
                          <a:solidFill>
                            <a:srgbClr val="333333"/>
                          </a:solidFill>
                          <a:latin typeface="Fira Code"/>
                        </a:rPr>
                        <a:t>Location location; ///&lt; last fix location</a:t>
                      </a:r>
                    </a:p>
                    <a:p>
                      <a:pPr algn="l">
                        <a:lnSpc>
                          <a:spcPct val="106000"/>
                        </a:lnSpc>
                        <a:spcAft>
                          <a:spcPts val="0"/>
                        </a:spcAft>
                      </a:pPr>
                      <a:r>
                        <a:rPr sz="1100" b="0">
                          <a:solidFill>
                            <a:srgbClr val="333333"/>
                          </a:solidFill>
                          <a:latin typeface="Fira Code"/>
                        </a:rPr>
                        <a:t>float ground_speed; ///&lt; ground speed in m</a:t>
                      </a:r>
                    </a:p>
                    <a:p>
                      <a:pPr algn="l">
                        <a:lnSpc>
                          <a:spcPct val="106000"/>
                        </a:lnSpc>
                        <a:spcAft>
                          <a:spcPts val="0"/>
                        </a:spcAft>
                      </a:pPr>
                      <a:r>
                        <a:rPr sz="1100" b="0">
                          <a:solidFill>
                            <a:srgbClr val="333333"/>
                          </a:solidFill>
                          <a:latin typeface="Fira Code"/>
                        </a:rPr>
                        <a:t>/s</a:t>
                      </a:r>
                    </a:p>
                    <a:p>
                      <a:pPr algn="l">
                        <a:lnSpc>
                          <a:spcPct val="106000"/>
                        </a:lnSpc>
                        <a:spcAft>
                          <a:spcPts val="0"/>
                        </a:spcAft>
                      </a:pPr>
                      <a:r>
                        <a:rPr sz="1100" b="0">
                          <a:solidFill>
                            <a:srgbClr val="333333"/>
                          </a:solidFill>
                          <a:latin typeface="Fira Code"/>
                        </a:rPr>
                        <a:t>float ground_course; ///&lt; ground course in</a:t>
                      </a:r>
                    </a:p>
                    <a:p>
                      <a:pPr algn="l">
                        <a:lnSpc>
                          <a:spcPct val="106000"/>
                        </a:lnSpc>
                        <a:spcAft>
                          <a:spcPts val="0"/>
                        </a:spcAft>
                      </a:pPr>
                      <a:r>
                        <a:rPr sz="1100" b="0">
                          <a:solidFill>
                            <a:srgbClr val="333333"/>
                          </a:solidFill>
                          <a:latin typeface="Fira Code"/>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AP_GPS_Blended::_calc_weights()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zero the blend weights</a:t>
                      </a:r>
                    </a:p>
                    <a:p>
                      <a:pPr algn="l">
                        <a:lnSpc>
                          <a:spcPct val="106000"/>
                        </a:lnSpc>
                        <a:spcAft>
                          <a:spcPts val="0"/>
                        </a:spcAft>
                      </a:pPr>
                      <a:r>
                        <a:rPr sz="1100" b="0">
                          <a:solidFill>
                            <a:srgbClr val="333333"/>
                          </a:solidFill>
                          <a:latin typeface="Fira Code"/>
                        </a:rPr>
                        <a:t>memset(&amp;_blend_weights, 0, sizeof(_blend_weights));</a:t>
                      </a:r>
                    </a:p>
                    <a:p>
                      <a:pPr algn="l">
                        <a:lnSpc>
                          <a:spcPct val="106000"/>
                        </a:lnSpc>
                        <a:spcAft>
                          <a:spcPts val="0"/>
                        </a:spcAft>
                      </a:pPr>
                      <a:r>
                        <a:rPr sz="1100" b="0">
                          <a:solidFill>
                            <a:srgbClr val="333333"/>
                          </a:solidFill>
                          <a:latin typeface="Fira Code"/>
                        </a:rPr>
                        <a:t>static_assert(GPS_MAX_RECEIVERS == 2, "GPS blending only currently works with 2 receivers");</a:t>
                      </a:r>
                    </a:p>
                    <a:p>
                      <a:pPr algn="l">
                        <a:lnSpc>
                          <a:spcPct val="106000"/>
                        </a:lnSpc>
                        <a:spcAft>
                          <a:spcPts val="0"/>
                        </a:spcAft>
                      </a:pPr>
                      <a:r>
                        <a:rPr sz="1100" b="0">
                          <a:solidFill>
                            <a:srgbClr val="333333"/>
                          </a:solidFill>
                          <a:latin typeface="Fira Code"/>
                        </a:rPr>
                        <a:t>// Note that the early quit below relies upon exactly 2 instances</a:t>
                      </a:r>
                    </a:p>
                    <a:p>
                      <a:pPr algn="l">
                        <a:lnSpc>
                          <a:spcPct val="106000"/>
                        </a:lnSpc>
                        <a:spcAft>
                          <a:spcPts val="0"/>
                        </a:spcAft>
                      </a:pPr>
                      <a:r>
                        <a:rPr sz="1100" b="0">
                          <a:solidFill>
                            <a:srgbClr val="333333"/>
                          </a:solidFill>
                          <a:latin typeface="Fira Code"/>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class Location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uint8_t relative_alt : 1; // 1 if altitude is relative to home</a:t>
                      </a:r>
                    </a:p>
                    <a:p>
                      <a:pPr algn="l">
                        <a:lnSpc>
                          <a:spcPct val="106000"/>
                        </a:lnSpc>
                        <a:spcAft>
                          <a:spcPts val="0"/>
                        </a:spcAft>
                      </a:pPr>
                      <a:r>
                        <a:rPr sz="1100" b="0">
                          <a:solidFill>
                            <a:srgbClr val="333333"/>
                          </a:solidFill>
                          <a:latin typeface="Fira Code"/>
                        </a:rPr>
                        <a:t>uint8_t loiter_ccw : 1; // 0 if clockwise, 1 if counter clockwise</a:t>
                      </a:r>
                    </a:p>
                    <a:p>
                      <a:pPr algn="l">
                        <a:lnSpc>
                          <a:spcPct val="106000"/>
                        </a:lnSpc>
                        <a:spcAft>
                          <a:spcPts val="0"/>
                        </a:spcAft>
                      </a:pPr>
                      <a:r>
                        <a:rPr sz="1100" b="0">
                          <a:solidFill>
                            <a:srgbClr val="333333"/>
                          </a:solidFill>
                          <a:latin typeface="Fira Code"/>
                        </a:rPr>
                        <a:t>uint8_t terrain_alt : 1; // this altitude is above</a:t>
                      </a:r>
                    </a:p>
                    <a:p>
                      <a:pPr algn="l">
                        <a:lnSpc>
                          <a:spcPct val="106000"/>
                        </a:lnSpc>
                        <a:spcAft>
                          <a:spcPts val="0"/>
                        </a:spcAft>
                      </a:pPr>
                      <a:r>
                        <a:rPr sz="1100" b="0">
                          <a:solidFill>
                            <a:srgbClr val="333333"/>
                          </a:solidFill>
                          <a:latin typeface="Fira Code"/>
                        </a:rPr>
                        <a:t>terrain</a:t>
                      </a:r>
                    </a:p>
                    <a:p>
                      <a:pPr algn="l">
                        <a:lnSpc>
                          <a:spcPct val="106000"/>
                        </a:lnSpc>
                        <a:spcAft>
                          <a:spcPts val="0"/>
                        </a:spcAft>
                      </a:pPr>
                      <a:r>
                        <a:rPr sz="1100" b="0">
                          <a:solidFill>
                            <a:srgbClr val="333333"/>
                          </a:solidFill>
                          <a:latin typeface="Fira Code"/>
                        </a:rPr>
                        <a:t>uint8_t origin_alt : 1; // this altitude is above</a:t>
                      </a:r>
                    </a:p>
                    <a:p>
                      <a:pPr algn="l">
                        <a:lnSpc>
                          <a:spcPct val="106000"/>
                        </a:lnSpc>
                        <a:spcAft>
                          <a:spcPts val="0"/>
                        </a:spcAft>
                      </a:pPr>
                      <a:r>
                        <a:rPr sz="1100" b="0">
                          <a:solidFill>
                            <a:srgbClr val="333333"/>
                          </a:solidFill>
                          <a:latin typeface="Fira Code"/>
                        </a:rPr>
                        <a:t>ekf origin</a:t>
                      </a:r>
                    </a:p>
                    <a:p>
                      <a:pPr algn="l">
                        <a:lnSpc>
                          <a:spcPct val="106000"/>
                        </a:lnSpc>
                        <a:spcAft>
                          <a:spcPts val="0"/>
                        </a:spcAft>
                      </a:pPr>
                      <a:r>
                        <a:rPr sz="1100" b="0">
                          <a:solidFill>
                            <a:srgbClr val="333333"/>
                          </a:solidFill>
                          <a:latin typeface="Fira Code"/>
                        </a:rPr>
                        <a:t>uint8_t loiter_xtrack : 1; // 0 to crosstrack from center of waypoint, 1 to crosstrack from tangent exit location</a:t>
                      </a:r>
                    </a:p>
                    <a:p>
                      <a:pPr algn="l">
                        <a:lnSpc>
                          <a:spcPct val="106000"/>
                        </a:lnSpc>
                        <a:spcAft>
                          <a:spcPts val="0"/>
                        </a:spcAft>
                      </a:pPr>
                      <a:r>
                        <a:rPr sz="1100" b="0">
                          <a:solidFill>
                            <a:srgbClr val="333333"/>
                          </a:solidFill>
                          <a:latin typeface="Fira Code"/>
                        </a:rPr>
                        <a:t>// note that mission storage only stores 24 bits of altitude (</a:t>
                      </a:r>
                    </a:p>
                    <a:p>
                      <a:pPr algn="l">
                        <a:lnSpc>
                          <a:spcPct val="106000"/>
                        </a:lnSpc>
                        <a:spcAft>
                          <a:spcPts val="0"/>
                        </a:spcAft>
                      </a:pPr>
                      <a:r>
                        <a:rPr sz="1100" b="0">
                          <a:solidFill>
                            <a:srgbClr val="333333"/>
                          </a:solidFill>
                          <a:latin typeface="Fira Code"/>
                        </a:rPr>
                        <a:t>~ +/- 83km)</a:t>
                      </a:r>
                    </a:p>
                    <a:p>
                      <a:pPr algn="l">
                        <a:lnSpc>
                          <a:spcPct val="106000"/>
                        </a:lnSpc>
                        <a:spcAft>
                          <a:spcPts val="0"/>
                        </a:spcAft>
                      </a:pPr>
                      <a:r>
                        <a:rPr sz="1100" b="0">
                          <a:solidFill>
                            <a:srgbClr val="333333"/>
                          </a:solidFill>
                          <a:latin typeface="Fira Code"/>
                        </a:rPr>
                        <a:t>int32_t alt; // in cm</a:t>
                      </a:r>
                    </a:p>
                    <a:p>
                      <a:pPr algn="l">
                        <a:lnSpc>
                          <a:spcPct val="106000"/>
                        </a:lnSpc>
                        <a:spcAft>
                          <a:spcPts val="0"/>
                        </a:spcAft>
                      </a:pPr>
                      <a:r>
                        <a:rPr sz="1100" b="0">
                          <a:solidFill>
                            <a:srgbClr val="333333"/>
                          </a:solidFill>
                          <a:latin typeface="Fira Code"/>
                        </a:rPr>
                        <a:t>int32_t lat; // in 1E7 degrees</a:t>
                      </a:r>
                    </a:p>
                    <a:p>
                      <a:pPr algn="l">
                        <a:lnSpc>
                          <a:spcPct val="106000"/>
                        </a:lnSpc>
                        <a:spcAft>
                          <a:spcPts val="0"/>
                        </a:spcAft>
                      </a:pPr>
                      <a:r>
                        <a:rPr sz="1100" b="0">
                          <a:solidFill>
                            <a:srgbClr val="333333"/>
                          </a:solidFill>
                          <a:latin typeface="Fira Code"/>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Location::get_vector_from_origin_NEU_cm()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altitude</a:t>
                      </a:r>
                    </a:p>
                    <a:p>
                      <a:pPr algn="l">
                        <a:lnSpc>
                          <a:spcPct val="106000"/>
                        </a:lnSpc>
                        <a:spcAft>
                          <a:spcPts val="0"/>
                        </a:spcAft>
                      </a:pPr>
                      <a:r>
                        <a:rPr sz="1100" b="0">
                          <a:solidFill>
                            <a:srgbClr val="333333"/>
                          </a:solidFill>
                          <a:latin typeface="Fira Code"/>
                        </a:rPr>
                        <a:t>int32_t alt_above_origin_cm = 0;</a:t>
                      </a:r>
                    </a:p>
                    <a:p>
                      <a:pPr algn="l">
                        <a:lnSpc>
                          <a:spcPct val="106000"/>
                        </a:lnSpc>
                        <a:spcAft>
                          <a:spcPts val="0"/>
                        </a:spcAft>
                      </a:pPr>
                      <a:r>
                        <a:rPr sz="1100" b="0">
                          <a:solidFill>
                            <a:srgbClr val="333333"/>
                          </a:solidFill>
                          <a:latin typeface="Fira Code"/>
                        </a:rPr>
                        <a:t>if (!get_alt_cm(AltFrame::ABOVE_ORIGIN, alt_above_origin_cm))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lat, lon</a:t>
                      </a:r>
                    </a:p>
                    <a:p>
                      <a:pPr algn="l">
                        <a:lnSpc>
                          <a:spcPct val="106000"/>
                        </a:lnSpc>
                        <a:spcAft>
                          <a:spcPts val="0"/>
                        </a:spcAft>
                      </a:pPr>
                      <a:r>
                        <a:rPr sz="1100" b="0">
                          <a:solidFill>
                            <a:srgbClr val="333333"/>
                          </a:solidFill>
                          <a:latin typeface="Fira Code"/>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AP_InertialNav::update()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NE position relative to the local earth frame origin</a:t>
                      </a:r>
                    </a:p>
                    <a:p>
                      <a:pPr algn="l">
                        <a:lnSpc>
                          <a:spcPct val="106000"/>
                        </a:lnSpc>
                        <a:spcAft>
                          <a:spcPts val="0"/>
                        </a:spcAft>
                      </a:pPr>
                      <a:r>
                        <a:rPr sz="1100" b="0">
                          <a:solidFill>
                            <a:srgbClr val="333333"/>
                          </a:solidFill>
                          <a:latin typeface="Fira Code"/>
                        </a:rPr>
                        <a:t>Vector2f posNE;</a:t>
                      </a:r>
                    </a:p>
                    <a:p>
                      <a:pPr algn="l">
                        <a:lnSpc>
                          <a:spcPct val="106000"/>
                        </a:lnSpc>
                        <a:spcAft>
                          <a:spcPts val="0"/>
                        </a:spcAft>
                      </a:pPr>
                      <a:r>
                        <a:rPr sz="1100" b="0">
                          <a:solidFill>
                            <a:srgbClr val="333333"/>
                          </a:solidFill>
                          <a:latin typeface="Fira Code"/>
                        </a:rPr>
                        <a:t>if (_ahrs_ekf.get_relative_position_NE_origin_float(posNE)) {</a:t>
                      </a:r>
                    </a:p>
                    <a:p>
                      <a:pPr algn="l">
                        <a:lnSpc>
                          <a:spcPct val="106000"/>
                        </a:lnSpc>
                        <a:spcAft>
                          <a:spcPts val="0"/>
                        </a:spcAft>
                      </a:pPr>
                      <a:r>
                        <a:rPr sz="1100" b="0">
                          <a:solidFill>
                            <a:srgbClr val="333333"/>
                          </a:solidFill>
                          <a:latin typeface="Fira Code"/>
                        </a:rPr>
                        <a:t>_relpos_cm.x = posNE.x * 100; // convert from m to cm</a:t>
                      </a:r>
                    </a:p>
                    <a:p>
                      <a:pPr algn="l">
                        <a:lnSpc>
                          <a:spcPct val="106000"/>
                        </a:lnSpc>
                        <a:spcAft>
                          <a:spcPts val="0"/>
                        </a:spcAft>
                      </a:pPr>
                      <a:r>
                        <a:rPr sz="1100" b="0">
                          <a:solidFill>
                            <a:srgbClr val="333333"/>
                          </a:solidFill>
                          <a:latin typeface="Fira Code"/>
                        </a:rPr>
                        <a:t>_relpos_cm.y = posNE.y * 100; // convert from m to 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AC_PosControl::input_pos_NEU_cm()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input_pos_NEU_m(pos_neu_cm * 0.01, pos_terrain_target_u_cm * 0</a:t>
                      </a:r>
                    </a:p>
                    <a:p>
                      <a:pPr algn="l">
                        <a:lnSpc>
                          <a:spcPct val="106000"/>
                        </a:lnSpc>
                        <a:spcAft>
                          <a:spcPts val="0"/>
                        </a:spcAft>
                      </a:pPr>
                      <a:r>
                        <a:rPr sz="1100" b="0">
                          <a:solidFill>
                            <a:srgbClr val="333333"/>
                          </a:solidFill>
                          <a:latin typeface="Fira Code"/>
                        </a:rPr>
                        <a:t>.01,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a:t>
                      </a:r>
                    </a:p>
                    <a:p>
                      <a:pPr algn="l">
                        <a:lnSpc>
                          <a:spcPct val="106000"/>
                        </a:lnSpc>
                        <a:spcAft>
                          <a:spcPts val="0"/>
                        </a:spcAft>
                      </a:pPr>
                      <a:r>
                        <a:rPr sz="1100" b="0">
                          <a:solidFill>
                            <a:srgbClr val="333333"/>
                          </a:solidFill>
                          <a:latin typeface="Fira Code"/>
                        </a:rPr>
                        <a:t>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AR_PosControl::update()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 current location, destination or disarmed</a:t>
                      </a:r>
                    </a:p>
                    <a:p>
                      <a:pPr algn="l">
                        <a:lnSpc>
                          <a:spcPct val="106000"/>
                        </a:lnSpc>
                        <a:spcAft>
                          <a:spcPts val="0"/>
                        </a:spcAft>
                      </a:pPr>
                      <a:r>
                        <a:rPr sz="1100" b="0">
                          <a:solidFill>
                            <a:srgbClr val="333333"/>
                          </a:solidFill>
                          <a:latin typeface="Fira Code"/>
                        </a:rPr>
                        <a:t>Vector3p curr_pos_NED_m;</a:t>
                      </a:r>
                    </a:p>
                    <a:p>
                      <a:pPr algn="l">
                        <a:lnSpc>
                          <a:spcPct val="106000"/>
                        </a:lnSpc>
                        <a:spcAft>
                          <a:spcPts val="0"/>
                        </a:spcAft>
                      </a:pPr>
                      <a:r>
                        <a:rPr sz="1100" b="0">
                          <a:solidFill>
                            <a:srgbClr val="333333"/>
                          </a:solidFill>
                          <a:latin typeface="Fira Code"/>
                        </a:rPr>
                        <a:t>Vector3f curr_vel_NED;</a:t>
                      </a:r>
                    </a:p>
                    <a:p>
                      <a:pPr algn="l">
                        <a:lnSpc>
                          <a:spcPct val="106000"/>
                        </a:lnSpc>
                        <a:spcAft>
                          <a:spcPts val="0"/>
                        </a:spcAft>
                      </a:pPr>
                      <a:r>
                        <a:rPr sz="1100" b="0">
                          <a:solidFill>
                            <a:srgbClr val="333333"/>
                          </a:solidFill>
                          <a:latin typeface="Fira Code"/>
                        </a:rPr>
                        <a:t>if (!hal.util-&gt;get_soft_armed() || !AP::ahrs().get_relative_position_NED_origin(curr_pos_NED_m) ||</a:t>
                      </a:r>
                    </a:p>
                    <a:p>
                      <a:pPr algn="l">
                        <a:lnSpc>
                          <a:spcPct val="106000"/>
                        </a:lnSpc>
                        <a:spcAft>
                          <a:spcPts val="0"/>
                        </a:spcAft>
                      </a:pPr>
                      <a:r>
                        <a:rPr sz="1100" b="0">
                          <a:solidFill>
                            <a:srgbClr val="333333"/>
                          </a:solidFill>
                          <a:latin typeface="Fira Code"/>
                        </a:rPr>
                        <a:t>!AP::ahrs().get_velocity_NED(curr_vel_NED)) {</a:t>
                      </a:r>
                    </a:p>
                    <a:p>
                      <a:pPr algn="l">
                        <a:lnSpc>
                          <a:spcPct val="106000"/>
                        </a:lnSpc>
                        <a:spcAft>
                          <a:spcPts val="0"/>
                        </a:spcAft>
                      </a:pPr>
                      <a:r>
                        <a:rPr sz="1100" b="0">
                          <a:solidFill>
                            <a:srgbClr val="333333"/>
                          </a:solidFill>
                          <a:latin typeface="Fira Code"/>
                        </a:rPr>
                        <a:t>_desired_speed = _atc.get_desired_speed_accel_limited(0.0f</a:t>
                      </a:r>
                    </a:p>
                    <a:p>
                      <a:pPr algn="l">
                        <a:lnSpc>
                          <a:spcPct val="106000"/>
                        </a:lnSpc>
                        <a:spcAft>
                          <a:spcPts val="0"/>
                        </a:spcAft>
                      </a:pPr>
                      <a:r>
                        <a:rPr sz="1100" b="0">
                          <a:solidFill>
                            <a:srgbClr val="333333"/>
                          </a:solidFill>
                          <a:latin typeface="Fira Code"/>
                        </a:rPr>
                        <a:t>, dt);</a:t>
                      </a:r>
                    </a:p>
                    <a:p>
                      <a:pPr algn="l">
                        <a:lnSpc>
                          <a:spcPct val="106000"/>
                        </a:lnSpc>
                        <a:spcAft>
                          <a:spcPts val="0"/>
                        </a:spcAft>
                      </a:pPr>
                      <a:r>
                        <a:rPr sz="1100" b="0">
                          <a:solidFill>
                            <a:srgbClr val="333333"/>
                          </a:solidFill>
                          <a:latin typeface="Fira Code"/>
                        </a:rPr>
                        <a:t>_desired_lat_accel = 0.0f;</a:t>
                      </a:r>
                    </a:p>
                    <a:p>
                      <a:pPr algn="l">
                        <a:lnSpc>
                          <a:spcPct val="106000"/>
                        </a:lnSpc>
                        <a:spcAft>
                          <a:spcPts val="0"/>
                        </a:spcAft>
                      </a:pPr>
                      <a:r>
                        <a:rPr sz="1100" b="0">
                          <a:solidFill>
                            <a:srgbClr val="333333"/>
                          </a:solidFill>
                          <a:latin typeface="Fira Code"/>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AP_Beacon::get_vehicle_position_ned()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AP_Beacon::get_vehicle_position_ned(Vector3f &amp;position, float</a:t>
                      </a:r>
                    </a:p>
                    <a:p>
                      <a:pPr algn="l">
                        <a:lnSpc>
                          <a:spcPct val="106000"/>
                        </a:lnSpc>
                        <a:spcAft>
                          <a:spcPts val="0"/>
                        </a:spcAft>
                      </a:pPr>
                      <a:r>
                        <a:rPr sz="1100" b="0">
                          <a:solidFill>
                            <a:srgbClr val="333333"/>
                          </a:solidFill>
                          <a:latin typeface="Fira Code"/>
                        </a:rPr>
                        <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(!device_ready())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timeout</a:t>
                      </a:r>
                    </a:p>
                    <a:p>
                      <a:pPr algn="l">
                        <a:lnSpc>
                          <a:spcPct val="106000"/>
                        </a:lnSpc>
                        <a:spcAft>
                          <a:spcPts val="0"/>
                        </a:spcAft>
                      </a:pPr>
                      <a:r>
                        <a:rPr sz="1100" b="0">
                          <a:solidFill>
                            <a:srgbClr val="333333"/>
                          </a:solidFill>
                          <a:latin typeface="Fira Code"/>
                        </a:rPr>
                        <a:t>if (AP_HAL::millis() - veh_pos_update_ms &gt; AP_BEACON_TIMEOUT_MS)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1589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AP_VisualOdom::handle_pose_estimate()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void AP_VisualOdom::handle_pose_estimate(uint64_t remote_time_us,</a:t>
                      </a:r>
                    </a:p>
                    <a:p>
                      <a:pPr algn="l">
                        <a:lnSpc>
                          <a:spcPct val="106000"/>
                        </a:lnSpc>
                        <a:spcAft>
                          <a:spcPts val="0"/>
                        </a:spcAft>
                      </a:pPr>
                      <a:r>
                        <a:rPr sz="1100" b="0">
                          <a:solidFill>
                            <a:srgbClr val="333333"/>
                          </a:solidFill>
                          <a:latin typeface="Fira Code"/>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Fira Code"/>
                        </a:rPr>
                        <a:t>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not enabled</a:t>
                      </a:r>
                    </a:p>
                    <a:p>
                      <a:pPr algn="l">
                        <a:lnSpc>
                          <a:spcPct val="106000"/>
                        </a:lnSpc>
                        <a:spcAft>
                          <a:spcPts val="0"/>
                        </a:spcAft>
                      </a:pPr>
                      <a:r>
                        <a:rPr sz="1100" b="0">
                          <a:solidFill>
                            <a:srgbClr val="333333"/>
                          </a:solidFill>
                          <a:latin typeface="Fira Code"/>
                        </a:rPr>
                        <a:t>if (!enabled())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call backend</a:t>
                      </a:r>
                    </a:p>
                    <a:p>
                      <a:pPr algn="l">
                        <a:lnSpc>
                          <a:spcPct val="106000"/>
                        </a:lnSpc>
                        <a:spcAft>
                          <a:spcPts val="0"/>
                        </a:spcAft>
                      </a:pPr>
                      <a:r>
                        <a:rPr sz="1100" b="0">
                          <a:solidFill>
                            <a:srgbClr val="333333"/>
                          </a:solidFill>
                          <a:latin typeface="Fira Code"/>
                        </a:rPr>
                        <a:t>if (_driver != nullptr) {</a:t>
                      </a:r>
                    </a:p>
                    <a:p>
                      <a:pPr algn="l">
                        <a:lnSpc>
                          <a:spcPct val="106000"/>
                        </a:lnSpc>
                        <a:spcAft>
                          <a:spcPts val="0"/>
                        </a:spcAft>
                      </a:pPr>
                      <a:r>
                        <a:rPr sz="1100" b="0">
                          <a:solidFill>
                            <a:srgbClr val="333333"/>
                          </a:solidFill>
                          <a:latin typeface="Fira Code"/>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3600-3604</a:t>
                      </a:r>
                      <a:r>
                        <a:rPr sz="1100" b="0">
                          <a:solidFill>
                            <a:srgbClr val="999999"/>
                          </a:solidFill>
                          <a:latin typeface="Fira Code"/>
                        </a:rPr>
                        <a:t>  ·  </a:t>
                      </a:r>
                      <a:r>
                        <a:rPr sz="1100" b="0">
                          <a:solidFill>
                            <a:srgbClr val="999999"/>
                          </a:solidFill>
                          <a:latin typeface="Fira Code"/>
                        </a:rPr>
                        <a:t>AP_AHRS::get_location()</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 = state.location;</a:t>
                      </a:r>
                    </a:p>
                    <a:p>
                      <a:pPr algn="l">
                        <a:lnSpc>
                          <a:spcPct val="106000"/>
                        </a:lnSpc>
                        <a:spcAft>
                          <a:spcPts val="0"/>
                        </a:spcAft>
                      </a:pPr>
                      <a:r>
                        <a:rPr sz="1100" b="0">
                          <a:solidFill>
                            <a:srgbClr val="333333"/>
                          </a:solidFill>
                          <a:latin typeface="Fira Code"/>
                        </a:rPr>
                        <a:t>    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238-246</a:t>
                      </a:r>
                      <a:r>
                        <a:rPr sz="1100" b="0">
                          <a:solidFill>
                            <a:srgbClr val="999999"/>
                          </a:solidFill>
                          <a:latin typeface="Fira Code"/>
                        </a:rPr>
                        <a:t>  ·  </a:t>
                      </a:r>
                      <a:r>
                        <a:rPr sz="1100" b="0">
                          <a:solidFill>
                            <a:srgbClr val="999999"/>
                          </a:solidFill>
                          <a:latin typeface="Fira Code"/>
                        </a:rPr>
                        <a:t>AP_AHRS::groundspeed()</a:t>
                      </a:r>
                    </a:p>
                    <a:p>
                      <a:pPr algn="l">
                        <a:lnSpc>
                          <a:spcPct val="106000"/>
                        </a:lnSpc>
                        <a:spcAft>
                          <a:spcPts val="0"/>
                        </a:spcAft>
                      </a:pPr>
                      <a:r>
                        <a:rPr sz="1100" b="0">
                          <a:solidFill>
                            <a:srgbClr val="333333"/>
                          </a:solidFill>
                          <a:latin typeface="Fira Code"/>
                        </a:rPr>
                        <a:t>    // EKF has a better ground speed vector estimate</a:t>
                      </a:r>
                    </a:p>
                    <a:p>
                      <a:pPr algn="l">
                        <a:lnSpc>
                          <a:spcPct val="106000"/>
                        </a:lnSpc>
                        <a:spcAft>
                          <a:spcPts val="0"/>
                        </a:spcAft>
                      </a:pPr>
                      <a:r>
                        <a:rPr sz="1100" b="0">
                          <a:solidFill>
                            <a:srgbClr val="333333"/>
                          </a:solidFill>
                          <a:latin typeface="Fira Code"/>
                        </a:rPr>
                        <a:t>    const Vector2f &amp;groundspeed_vector() const { return state.ground_speed_vec;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ground speed estimate in meters/second. Used by ground vehicles.</a:t>
                      </a:r>
                    </a:p>
                    <a:p>
                      <a:pPr algn="l">
                        <a:lnSpc>
                          <a:spcPct val="106000"/>
                        </a:lnSpc>
                        <a:spcAft>
                          <a:spcPts val="0"/>
                        </a:spcAft>
                      </a:pPr>
                      <a:r>
                        <a:rPr sz="1100" b="0">
                          <a:solidFill>
                            <a:srgbClr val="333333"/>
                          </a:solidFill>
                          <a:latin typeface="Fira Code"/>
                        </a:rPr>
                        <a:t>    float groundspeed(void) const { return state.ground_speed;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Vector3f &amp;get_accel_ef() const {</a:t>
                      </a:r>
                    </a:p>
                    <a:p>
                      <a:pPr algn="l">
                        <a:lnSpc>
                          <a:spcPct val="106000"/>
                        </a:lnSpc>
                        <a:spcAft>
                          <a:spcPts val="0"/>
                        </a:spcAft>
                      </a:pPr>
                      <a:r>
                        <a:rPr sz="1100" b="0">
                          <a:solidFill>
                            <a:srgbClr val="333333"/>
                          </a:solidFill>
                          <a:latin typeface="Fira Code"/>
                        </a:rPr>
                        <a:t>        return state.accel_ef;</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269-277</a:t>
                      </a:r>
                      <a:r>
                        <a:rPr sz="1100" b="0">
                          <a:solidFill>
                            <a:srgbClr val="999999"/>
                          </a:solidFill>
                          <a:latin typeface="Fira Code"/>
                        </a:rPr>
                        <a:t>  ·  </a:t>
                      </a:r>
                      <a:r>
                        <a:rPr sz="1100" b="0">
                          <a:solidFill>
                            <a:srgbClr val="999999"/>
                          </a:solidFill>
                          <a:latin typeface="Fira Code"/>
                        </a:rPr>
                        <a:t>AP_AHRS::get_origin()/have_inertial_nav()</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returns the inertial navigation origin in lat/lon/alt</a:t>
                      </a:r>
                    </a:p>
                    <a:p>
                      <a:pPr algn="l">
                        <a:lnSpc>
                          <a:spcPct val="106000"/>
                        </a:lnSpc>
                        <a:spcAft>
                          <a:spcPts val="0"/>
                        </a:spcAft>
                      </a:pPr>
                      <a:r>
                        <a:rPr sz="1100" b="0">
                          <a:solidFill>
                            <a:srgbClr val="333333"/>
                          </a:solidFill>
                          <a:latin typeface="Fira Code"/>
                        </a:rPr>
                        <a:t>    bool get_origin(Location &amp;ret) const WARN_IF_UNUSED;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bool have_inertial_nav()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a ground velocity in meters/second, North/East/Down</a:t>
                      </a:r>
                    </a:p>
                    <a:p>
                      <a:pPr algn="l">
                        <a:lnSpc>
                          <a:spcPct val="106000"/>
                        </a:lnSpc>
                        <a:spcAft>
                          <a:spcPts val="0"/>
                        </a:spcAft>
                      </a:pPr>
                      <a:r>
                        <a:rPr sz="1100" b="0">
                          <a:solidFill>
                            <a:srgbClr val="333333"/>
                          </a:solidFill>
                          <a:latin typeface="Fira Code"/>
                        </a:rPr>
                        <a:t>    // order. Must only be called if have_inertial_nav() is true</a:t>
                      </a:r>
                    </a:p>
                    <a:p>
                      <a:pPr algn="l">
                        <a:lnSpc>
                          <a:spcPct val="106000"/>
                        </a:lnSpc>
                        <a:spcAft>
                          <a:spcPts val="0"/>
                        </a:spcAft>
                      </a:pPr>
                      <a:r>
                        <a:rPr sz="1100" b="0">
                          <a:solidFill>
                            <a:srgbClr val="333333"/>
                          </a:solidFill>
                          <a:latin typeface="Fira Code"/>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1739-1748</a:t>
                      </a:r>
                      <a:r>
                        <a:rPr sz="1100" b="0">
                          <a:solidFill>
                            <a:srgbClr val="999999"/>
                          </a:solidFill>
                          <a:latin typeface="Fira Code"/>
                        </a:rPr>
                        <a:t>  ·  </a:t>
                      </a:r>
                      <a:r>
                        <a:rPr sz="1100" b="0">
                          <a:solidFill>
                            <a:srgbClr val="999999"/>
                          </a:solidFill>
                          <a:latin typeface="Fira Code"/>
                        </a:rPr>
                        <a:t>AP_AHRS::get_relative_position_NED_origin()</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    case EKFType::DCM:</a:t>
                      </a:r>
                    </a:p>
                    <a:p>
                      <a:pPr algn="l">
                        <a:lnSpc>
                          <a:spcPct val="106000"/>
                        </a:lnSpc>
                        <a:spcAft>
                          <a:spcPts val="0"/>
                        </a:spcAft>
                      </a:pPr>
                      <a:r>
                        <a:rPr sz="1100" b="0">
                          <a:solidFill>
                            <a:srgbClr val="333333"/>
                          </a:solidFill>
                          <a:latin typeface="Fira Code"/>
                        </a:rPr>
                        <a:t>        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    case EKFType::TWO: {</a:t>
                      </a:r>
                    </a:p>
                    <a:p>
                      <a:pPr algn="l">
                        <a:lnSpc>
                          <a:spcPct val="106000"/>
                        </a:lnSpc>
                        <a:spcAft>
                          <a:spcPts val="0"/>
                        </a:spcAft>
                      </a:pPr>
                      <a:r>
                        <a:rPr sz="1100" b="0">
                          <a:solidFill>
                            <a:srgbClr val="333333"/>
                          </a:solidFill>
                          <a:latin typeface="Fira Code"/>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3662-3666</a:t>
                      </a:r>
                      <a:r>
                        <a:rPr sz="1100" b="0">
                          <a:solidFill>
                            <a:srgbClr val="999999"/>
                          </a:solidFill>
                          <a:latin typeface="Fira Code"/>
                        </a:rPr>
                        <a:t>  ·  </a:t>
                      </a:r>
                      <a:r>
                        <a:rPr sz="1100" b="0">
                          <a:solidFill>
                            <a:srgbClr val="999999"/>
                          </a:solidFill>
                          <a:latin typeface="Fira Code"/>
                        </a:rPr>
                        <a:t>AP_AHRS::get_velocity_NED()</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vec = state.velocity_NED;</a:t>
                      </a:r>
                    </a:p>
                    <a:p>
                      <a:pPr algn="l">
                        <a:lnSpc>
                          <a:spcPct val="106000"/>
                        </a:lnSpc>
                        <a:spcAft>
                          <a:spcPts val="0"/>
                        </a:spcAft>
                      </a:pPr>
                      <a:r>
                        <a:rPr sz="1100" b="0">
                          <a:solidFill>
                            <a:srgbClr val="333333"/>
                          </a:solidFill>
                          <a:latin typeface="Fira Code"/>
                        </a:rPr>
                        <a:t>    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libraries/AP_NavEKF3/AP_NavEKF3_core.cpp</a:t>
                      </a:r>
                      <a:r>
                        <a:rPr sz="1100" b="0">
                          <a:solidFill>
                            <a:srgbClr val="999999"/>
                          </a:solidFill>
                          <a:latin typeface="Fira Code"/>
                        </a:rPr>
                        <a:t>  ·  </a:t>
                      </a:r>
                      <a:r>
                        <a:rPr sz="1100" b="0">
                          <a:solidFill>
                            <a:srgbClr val="999999"/>
                          </a:solidFill>
                          <a:latin typeface="Fira Code"/>
                        </a:rPr>
                        <a:t>627-636</a:t>
                      </a:r>
                      <a:r>
                        <a:rPr sz="1100" b="0">
                          <a:solidFill>
                            <a:srgbClr val="999999"/>
                          </a:solidFill>
                          <a:latin typeface="Fira Code"/>
                        </a:rPr>
                        <a:t>  ·  </a:t>
                      </a:r>
                      <a:r>
                        <a:rPr sz="1100" b="0">
                          <a:solidFill>
                            <a:srgbClr val="999999"/>
                          </a:solidFill>
                          <a:latin typeface="Fira Code"/>
                        </a:rPr>
                        <a:t>NavEKF3_core::UpdateFilter()</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fill_scratch_variables();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502-511</a:t>
                      </a:r>
                      <a:r>
                        <a:rPr sz="1100" b="0">
                          <a:solidFill>
                            <a:srgbClr val="999999"/>
                          </a:solidFill>
                          <a:latin typeface="Fira Code"/>
                        </a:rPr>
                        <a:t>  ·  </a:t>
                      </a:r>
                      <a:r>
                        <a:rPr sz="1100" b="0">
                          <a:solidFill>
                            <a:srgbClr val="999999"/>
                          </a:solidFill>
                          <a:latin typeface="Fira Code"/>
                        </a:rPr>
                        <a:t>NavEKF3_core::SelectVelPosFusion()</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!posVelFusionDelayed) {</a:t>
                      </a:r>
                    </a:p>
                    <a:p>
                      <a:pPr algn="l">
                        <a:lnSpc>
                          <a:spcPct val="106000"/>
                        </a:lnSpc>
                        <a:spcAft>
                          <a:spcPts val="0"/>
                        </a:spcAft>
                      </a:pPr>
                      <a:r>
                        <a:rPr sz="1100" b="0">
                          <a:solidFill>
                            <a:srgbClr val="333333"/>
                          </a:solidFill>
                          <a:latin typeface="Fira Code"/>
                        </a:rPr>
                        <a:t>        posVelFusionDelayed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694-702</a:t>
                      </a:r>
                      <a:r>
                        <a:rPr sz="1100" b="0">
                          <a:solidFill>
                            <a:srgbClr val="999999"/>
                          </a:solidFill>
                          <a:latin typeface="Fira Code"/>
                        </a:rPr>
                        <a:t>  ·  </a:t>
                      </a:r>
                      <a:r>
                        <a:rPr sz="1100" b="0">
                          <a:solidFill>
                            <a:srgbClr val="999999"/>
                          </a:solidFill>
                          <a:latin typeface="Fira Code"/>
                        </a:rPr>
                        <a:t>NavEKF3_core::FuseVelPosNED()</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declare variables used to control access to arrays</a:t>
                      </a:r>
                    </a:p>
                    <a:p>
                      <a:pPr algn="l">
                        <a:lnSpc>
                          <a:spcPct val="106000"/>
                        </a:lnSpc>
                        <a:spcAft>
                          <a:spcPts val="0"/>
                        </a:spcAft>
                      </a:pPr>
                      <a:r>
                        <a:rPr sz="1100" b="0">
                          <a:solidFill>
                            <a:srgbClr val="333333"/>
                          </a:solidFill>
                          <a:latin typeface="Fira Code"/>
                        </a:rPr>
                        <a:t>    bool fuseData[6] {};</a:t>
                      </a:r>
                    </a:p>
                    <a:p>
                      <a:pPr algn="l">
                        <a:lnSpc>
                          <a:spcPct val="106000"/>
                        </a:lnSpc>
                        <a:spcAft>
                          <a:spcPts val="0"/>
                        </a:spcAft>
                      </a:pPr>
                      <a:r>
                        <a:rPr sz="1100" b="0">
                          <a:solidFill>
                            <a:srgbClr val="333333"/>
                          </a:solidFill>
                          <a:latin typeface="Fira Code"/>
                        </a:rPr>
                        <a:t>    uint8_t stateIndex;</a:t>
                      </a:r>
                    </a:p>
                    <a:p>
                      <a:pPr algn="l">
                        <a:lnSpc>
                          <a:spcPct val="106000"/>
                        </a:lnSpc>
                        <a:spcAft>
                          <a:spcPts val="0"/>
                        </a:spcAft>
                      </a:pPr>
                      <a:r>
                        <a:rPr sz="1100" b="0">
                          <a:solidFill>
                            <a:srgbClr val="333333"/>
                          </a:solidFill>
                          <a:latin typeface="Fira Code"/>
                        </a:rPr>
                        <a:t>    uint8_t obsIndex;</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by state and covariance update calculations</a:t>
                      </a:r>
                    </a:p>
                    <a:p>
                      <a:pPr algn="l">
                        <a:lnSpc>
                          <a:spcPct val="106000"/>
                        </a:lnSpc>
                        <a:spcAft>
                          <a:spcPts val="0"/>
                        </a:spcAft>
                      </a:pPr>
                      <a:r>
                        <a:rPr sz="1100" b="0">
                          <a:solidFill>
                            <a:srgbClr val="333333"/>
                          </a:solidFill>
                          <a:latin typeface="Fira Code"/>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libraries/AP_NavEKF3/AP_NavEKF3_Measurements.cpp</a:t>
                      </a:r>
                      <a:r>
                        <a:rPr sz="1100" b="0">
                          <a:solidFill>
                            <a:srgbClr val="999999"/>
                          </a:solidFill>
                          <a:latin typeface="Fira Code"/>
                        </a:rPr>
                        <a:t>  ·  </a:t>
                      </a:r>
                      <a:r>
                        <a:rPr sz="1100" b="0">
                          <a:solidFill>
                            <a:srgbClr val="999999"/>
                          </a:solidFill>
                          <a:latin typeface="Fira Code"/>
                        </a:rPr>
                        <a:t>559-567</a:t>
                      </a:r>
                      <a:r>
                        <a:rPr sz="1100" b="0">
                          <a:solidFill>
                            <a:srgbClr val="999999"/>
                          </a:solidFill>
                          <a:latin typeface="Fira Code"/>
                        </a:rPr>
                        <a:t>  ·  </a:t>
                      </a:r>
                      <a:r>
                        <a:rPr sz="1100" b="0">
                          <a:solidFill>
                            <a:srgbClr val="999999"/>
                          </a:solidFill>
                          <a:latin typeface="Fira Code"/>
                        </a:rPr>
                        <a:t>NavEKF3_core::readGpsData()</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for new GPS data</a:t>
                      </a:r>
                    </a:p>
                    <a:p>
                      <a:pPr algn="l">
                        <a:lnSpc>
                          <a:spcPct val="106000"/>
                        </a:lnSpc>
                        <a:spcAft>
                          <a:spcPts val="0"/>
                        </a:spcAft>
                      </a:pPr>
                      <a:r>
                        <a:rPr sz="1100" b="0">
                          <a:solidFill>
                            <a:srgbClr val="333333"/>
                          </a:solidFill>
                          <a:latin typeface="Fira Code"/>
                        </a:rPr>
                        <a:t>    const auto &amp;gps = dal.gps();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limit update rate to avoid overflowing the FIFO buffer</a:t>
                      </a:r>
                    </a:p>
                    <a:p>
                      <a:pPr algn="l">
                        <a:lnSpc>
                          <a:spcPct val="106000"/>
                        </a:lnSpc>
                        <a:spcAft>
                          <a:spcPts val="0"/>
                        </a:spcAft>
                      </a:pPr>
                      <a:r>
                        <a:rPr sz="1100" b="0">
                          <a:solidFill>
                            <a:srgbClr val="333333"/>
                          </a:solidFill>
                          <a:latin typeface="Fira Code"/>
                        </a:rPr>
                        <a:t>    if (gps.last_message_time_ms(selected_gps) - lastTimeGpsReceived_ms &lt;= frontend-&gt;sensorIntervalMin_ms)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libraries/AP_NavEKF3/AP_NavEKF3_Control.cpp</a:t>
                      </a:r>
                      <a:r>
                        <a:rPr sz="1100" b="0">
                          <a:solidFill>
                            <a:srgbClr val="999999"/>
                          </a:solidFill>
                          <a:latin typeface="Fira Code"/>
                        </a:rPr>
                        <a:t>  ·  </a:t>
                      </a:r>
                      <a:r>
                        <a:rPr sz="1100" b="0">
                          <a:solidFill>
                            <a:srgbClr val="999999"/>
                          </a:solidFill>
                          <a:latin typeface="Fira Code"/>
                        </a:rPr>
                        <a:t>232-240</a:t>
                      </a:r>
                      <a:r>
                        <a:rPr sz="1100" b="0">
                          <a:solidFill>
                            <a:srgbClr val="999999"/>
                          </a:solidFill>
                          <a:latin typeface="Fira Code"/>
                        </a:rPr>
                        <a:t>  ·  </a:t>
                      </a:r>
                      <a:r>
                        <a:rPr sz="1100" b="0">
                          <a:solidFill>
                            <a:srgbClr val="999999"/>
                          </a:solidFill>
                          <a:latin typeface="Fira Code"/>
                        </a:rPr>
                        <a:t>NavEKF3_core::setAidingMode()</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resetDataSource posResetSource = resetDataSource::DEFAULT;</a:t>
                      </a:r>
                    </a:p>
                    <a:p>
                      <a:pPr algn="l">
                        <a:lnSpc>
                          <a:spcPct val="106000"/>
                        </a:lnSpc>
                        <a:spcAft>
                          <a:spcPts val="0"/>
                        </a:spcAft>
                      </a:pPr>
                      <a:r>
                        <a:rPr sz="1100" b="0">
                          <a:solidFill>
                            <a:srgbClr val="333333"/>
                          </a:solidFill>
                          <a:latin typeface="Fira Code"/>
                        </a:rPr>
                        <a:t>    resetDataSource velResetSource = resetDataSource::DEFAULT;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Save the previous status so we can detect when it has changed</a:t>
                      </a:r>
                    </a:p>
                    <a:p>
                      <a:pPr algn="l">
                        <a:lnSpc>
                          <a:spcPct val="106000"/>
                        </a:lnSpc>
                        <a:spcAft>
                          <a:spcPts val="0"/>
                        </a:spcAft>
                      </a:pPr>
                      <a:r>
                        <a:rPr sz="1100" b="0">
                          <a:solidFill>
                            <a:srgbClr val="333333"/>
                          </a:solidFill>
                          <a:latin typeface="Fira Code"/>
                        </a:rPr>
                        <a:t>    PV_AidingModePrev = PV_AidingMode;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libraries/AP_NavEKF3/AP_NavEKF3_MagFusion.cpp</a:t>
                      </a:r>
                      <a:r>
                        <a:rPr sz="1100" b="0">
                          <a:solidFill>
                            <a:srgbClr val="999999"/>
                          </a:solidFill>
                          <a:latin typeface="Fira Code"/>
                        </a:rPr>
                        <a:t>  ·  </a:t>
                      </a:r>
                      <a:r>
                        <a:rPr sz="1100" b="0">
                          <a:solidFill>
                            <a:srgbClr val="999999"/>
                          </a:solidFill>
                          <a:latin typeface="Fira Code"/>
                        </a:rPr>
                        <a:t>227-235</a:t>
                      </a:r>
                      <a:r>
                        <a:rPr sz="1100" b="0">
                          <a:solidFill>
                            <a:srgbClr val="999999"/>
                          </a:solidFill>
                          <a:latin typeface="Fira Code"/>
                        </a:rPr>
                        <a:t>  ·  </a:t>
                      </a:r>
                      <a:r>
                        <a:rPr sz="1100" b="0">
                          <a:solidFill>
                            <a:srgbClr val="999999"/>
                          </a:solidFill>
                          <a:latin typeface="Fira Code"/>
                        </a:rPr>
                        <a:t>NavEKF3_core::SelectMagFusion()</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 used for load levelling</a:t>
                      </a:r>
                    </a:p>
                    <a:p>
                      <a:pPr algn="l">
                        <a:lnSpc>
                          <a:spcPct val="106000"/>
                        </a:lnSpc>
                        <a:spcAft>
                          <a:spcPts val="0"/>
                        </a:spcAft>
                      </a:pPr>
                      <a:r>
                        <a:rPr sz="1100" b="0">
                          <a:solidFill>
                            <a:srgbClr val="333333"/>
                          </a:solidFill>
                          <a:latin typeface="Fira Code"/>
                        </a:rPr>
                        <a:t>    magFusePerformed = false;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Store yaw angle when moving for use as a static reference when not moving</a:t>
                      </a:r>
                    </a:p>
                    <a:p>
                      <a:pPr algn="l">
                        <a:lnSpc>
                          <a:spcPct val="106000"/>
                        </a:lnSpc>
                        <a:spcAft>
                          <a:spcPts val="0"/>
                        </a:spcAft>
                      </a:pPr>
                      <a:r>
                        <a:rPr sz="1100" b="0">
                          <a:solidFill>
                            <a:srgbClr val="333333"/>
                          </a:solidFill>
                          <a:latin typeface="Fira Code"/>
                        </a:rPr>
                        <a:t>    if (!onGroundNotMoving) {</a:t>
                      </a:r>
                    </a:p>
                    <a:p>
                      <a:pPr algn="l">
                        <a:lnSpc>
                          <a:spcPct val="106000"/>
                        </a:lnSpc>
                        <a:spcAft>
                          <a:spcPts val="0"/>
                        </a:spcAft>
                      </a:pPr>
                      <a:r>
                        <a:rPr sz="1100" b="0">
                          <a:solidFill>
                            <a:srgbClr val="333333"/>
                          </a:solidFill>
                          <a:latin typeface="Fira Code"/>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libraries/AP_NavEKF3/AP_NavEKF3_AirDataFusion.cpp</a:t>
                      </a:r>
                      <a:r>
                        <a:rPr sz="1100" b="0">
                          <a:solidFill>
                            <a:srgbClr val="999999"/>
                          </a:solidFill>
                          <a:latin typeface="Fira Code"/>
                        </a:rPr>
                        <a:t>  ·  </a:t>
                      </a:r>
                      <a:r>
                        <a:rPr sz="1100" b="0">
                          <a:solidFill>
                            <a:srgbClr val="999999"/>
                          </a:solidFill>
                          <a:latin typeface="Fira Code"/>
                        </a:rPr>
                        <a:t>193-201</a:t>
                      </a:r>
                      <a:r>
                        <a:rPr sz="1100" b="0">
                          <a:solidFill>
                            <a:srgbClr val="999999"/>
                          </a:solidFill>
                          <a:latin typeface="Fira Code"/>
                        </a:rPr>
                        <a:t>  ·  </a:t>
                      </a:r>
                      <a:r>
                        <a:rPr sz="1100" b="0">
                          <a:solidFill>
                            <a:srgbClr val="999999"/>
                          </a:solidFill>
                          <a:latin typeface="Fira Code"/>
                        </a:rPr>
                        <a:t>NavEKF3_core::SelectTasFusion()</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locking out fusion of other measurements</a:t>
                      </a:r>
                    </a:p>
                    <a:p>
                      <a:pPr algn="l">
                        <a:lnSpc>
                          <a:spcPct val="106000"/>
                        </a:lnSpc>
                        <a:spcAft>
                          <a:spcPts val="0"/>
                        </a:spcAft>
                      </a:pPr>
                      <a:r>
                        <a:rPr sz="1100" b="0">
                          <a:solidFill>
                            <a:srgbClr val="333333"/>
                          </a:solidFill>
                          <a:latin typeface="Fira Code"/>
                        </a:rPr>
                        <a:t>    if (magFusePerformed &amp;&amp; dtIMUavg &lt; 0.005f &amp;&amp; !airSpdFusionDelayed) {</a:t>
                      </a:r>
                    </a:p>
                    <a:p>
                      <a:pPr algn="l">
                        <a:lnSpc>
                          <a:spcPct val="106000"/>
                        </a:lnSpc>
                        <a:spcAft>
                          <a:spcPts val="0"/>
                        </a:spcAft>
                      </a:pPr>
                      <a:r>
                        <a:rPr sz="1100" b="0">
                          <a:solidFill>
                            <a:srgbClr val="333333"/>
                          </a:solidFill>
                          <a:latin typeface="Fira Code"/>
                        </a:rPr>
                        <a:t>        airSpdFusionDelayed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libraries/AP_NavEKF3/AP_NavEKF3_OptFlowFusion.cpp</a:t>
                      </a:r>
                      <a:r>
                        <a:rPr sz="1100" b="0">
                          <a:solidFill>
                            <a:srgbClr val="999999"/>
                          </a:solidFill>
                          <a:latin typeface="Fira Code"/>
                        </a:rPr>
                        <a:t>  ·  </a:t>
                      </a:r>
                      <a:r>
                        <a:rPr sz="1100" b="0">
                          <a:solidFill>
                            <a:srgbClr val="999999"/>
                          </a:solidFill>
                          <a:latin typeface="Fira Code"/>
                        </a:rPr>
                        <a:t>21-29</a:t>
                      </a:r>
                      <a:r>
                        <a:rPr sz="1100" b="0">
                          <a:solidFill>
                            <a:srgbClr val="999999"/>
                          </a:solidFill>
                          <a:latin typeface="Fira Code"/>
                        </a:rPr>
                        <a:t>  ·  </a:t>
                      </a:r>
                      <a:r>
                        <a:rPr sz="1100" b="0">
                          <a:solidFill>
                            <a:srgbClr val="999999"/>
                          </a:solidFill>
                          <a:latin typeface="Fira Code"/>
                        </a:rPr>
                        <a:t>NavEKF3_core::SelectFlowFusion()</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!optFlowFusionDelayed) {</a:t>
                      </a:r>
                    </a:p>
                    <a:p>
                      <a:pPr algn="l">
                        <a:lnSpc>
                          <a:spcPct val="106000"/>
                        </a:lnSpc>
                        <a:spcAft>
                          <a:spcPts val="0"/>
                        </a:spcAft>
                      </a:pPr>
                      <a:r>
                        <a:rPr sz="1100" b="0">
                          <a:solidFill>
                            <a:srgbClr val="333333"/>
                          </a:solidFill>
                          <a:latin typeface="Fira Code"/>
                        </a:rPr>
                        <a:t>        optFlowFusionDelayed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libraries/AP_NavEKF3/AP_NavEKF3_Outputs.cpp</a:t>
                      </a:r>
                      <a:r>
                        <a:rPr sz="1100" b="0">
                          <a:solidFill>
                            <a:srgbClr val="999999"/>
                          </a:solidFill>
                          <a:latin typeface="Fira Code"/>
                        </a:rPr>
                        <a:t>  ·  </a:t>
                      </a:r>
                      <a:r>
                        <a:rPr sz="1100" b="0">
                          <a:solidFill>
                            <a:srgbClr val="999999"/>
                          </a:solidFill>
                          <a:latin typeface="Fira Code"/>
                        </a:rPr>
                        <a:t>326-334</a:t>
                      </a:r>
                      <a:r>
                        <a:rPr sz="1100" b="0">
                          <a:solidFill>
                            <a:srgbClr val="999999"/>
                          </a:solidFill>
                          <a:latin typeface="Fira Code"/>
                        </a:rPr>
                        <a:t>  ·  </a:t>
                      </a:r>
                      <a:r>
                        <a:rPr sz="1100" b="0">
                          <a:solidFill>
                            <a:srgbClr val="999999"/>
                          </a:solidFill>
                          <a:latin typeface="Fira Code"/>
                        </a:rPr>
                        <a:t>NavEKF3_core::getLLH()</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Location origin;</a:t>
                      </a:r>
                    </a:p>
                    <a:p>
                      <a:pPr algn="l">
                        <a:lnSpc>
                          <a:spcPct val="106000"/>
                        </a:lnSpc>
                        <a:spcAft>
                          <a:spcPts val="0"/>
                        </a:spcAft>
                      </a:pPr>
                      <a:r>
                        <a:rPr sz="1100" b="0">
                          <a:solidFill>
                            <a:srgbClr val="333333"/>
                          </a:solidFill>
                          <a:latin typeface="Fira Code"/>
                        </a:rPr>
                        <a:t>    if (getOriginLLH(origin)) {</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if (getPosD_local(posD) &amp;&amp; PV_AidingMode != AID_NONE) {</a:t>
                      </a:r>
                    </a:p>
                    <a:p>
                      <a:pPr algn="l">
                        <a:lnSpc>
                          <a:spcPct val="106000"/>
                        </a:lnSpc>
                        <a:spcAft>
                          <a:spcPts val="0"/>
                        </a:spcAft>
                      </a:pPr>
                      <a:r>
                        <a:rPr sz="1100" b="0">
                          <a:solidFill>
                            <a:srgbClr val="333333"/>
                          </a:solidFill>
                          <a:latin typeface="Fira Code"/>
                        </a:rPr>
                        <a:t>            // Altitude returned is an absolute altitude relative to the WGS-84 spherioid</a:t>
                      </a:r>
                    </a:p>
                    <a:p>
                      <a:pPr algn="l">
                        <a:lnSpc>
                          <a:spcPct val="106000"/>
                        </a:lnSpc>
                        <a:spcAft>
                          <a:spcPts val="0"/>
                        </a:spcAft>
                      </a:pPr>
                      <a:r>
                        <a:rPr sz="1100" b="0">
                          <a:solidFill>
                            <a:srgbClr val="333333"/>
                          </a:solidFill>
                          <a:latin typeface="Fira Code"/>
                        </a:rPr>
                        <a:t>            loc.set_alt_cm(origin.alt - posD*100.0, Location::AltFrame::ABSOLUTE);</a:t>
                      </a:r>
                    </a:p>
                    <a:p>
                      <a:pPr algn="l">
                        <a:lnSpc>
                          <a:spcPct val="106000"/>
                        </a:lnSpc>
                        <a:spcAft>
                          <a:spcPts val="0"/>
                        </a:spcAft>
                      </a:pPr>
                      <a:r>
                        <a:rPr sz="1100" b="0">
                          <a:solidFill>
                            <a:srgbClr val="333333"/>
                          </a:solidFill>
                          <a:latin typeface="Fira Code"/>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libraries/AP_NavEKF3/AP_NavEKF3_VehicleStatus.cpp</a:t>
                      </a:r>
                      <a:r>
                        <a:rPr sz="1100" b="0">
                          <a:solidFill>
                            <a:srgbClr val="999999"/>
                          </a:solidFill>
                          <a:latin typeface="Fira Code"/>
                        </a:rPr>
                        <a:t>  ·  </a:t>
                      </a:r>
                      <a:r>
                        <a:rPr sz="1100" b="0">
                          <a:solidFill>
                            <a:srgbClr val="999999"/>
                          </a:solidFill>
                          <a:latin typeface="Fira Code"/>
                        </a:rPr>
                        <a:t>14-22</a:t>
                      </a:r>
                      <a:r>
                        <a:rPr sz="1100" b="0">
                          <a:solidFill>
                            <a:srgbClr val="999999"/>
                          </a:solidFill>
                          <a:latin typeface="Fira Code"/>
                        </a:rPr>
                        <a:t>  ·  </a:t>
                      </a:r>
                      <a:r>
                        <a:rPr sz="1100" b="0">
                          <a:solidFill>
                            <a:srgbClr val="999999"/>
                          </a:solidFill>
                          <a:latin typeface="Fira Code"/>
                        </a:rPr>
                        <a:t>NavEKF3_core::calcGpsGoodToAlign()</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(inFlight &amp;&amp; !finalInflightYawInit &amp;&amp; assume_zero_sideslip() &amp;&amp; !use_compass()) {</a:t>
                      </a:r>
                    </a:p>
                    <a:p>
                      <a:pPr algn="l">
                        <a:lnSpc>
                          <a:spcPct val="106000"/>
                        </a:lnSpc>
                        <a:spcAft>
                          <a:spcPts val="0"/>
                        </a:spcAft>
                      </a:pPr>
                      <a:r>
                        <a:rPr sz="1100" b="0">
                          <a:solidFill>
                            <a:srgbClr val="333333"/>
                          </a:solidFill>
                          <a:latin typeface="Fira Code"/>
                        </a:rPr>
                        <a:t>        // this is a special case where a plane has launched without magnetometer</a:t>
                      </a:r>
                    </a:p>
                    <a:p>
                      <a:pPr algn="l">
                        <a:lnSpc>
                          <a:spcPct val="106000"/>
                        </a:lnSpc>
                        <a:spcAft>
                          <a:spcPts val="0"/>
                        </a:spcAft>
                      </a:pPr>
                      <a:r>
                        <a:rPr sz="1100" b="0">
                          <a:solidFill>
                            <a:srgbClr val="333333"/>
                          </a:solidFill>
                          <a:latin typeface="Fira Code"/>
                        </a:rPr>
                        <a:t>        // is now in the air and needs to align yaw to the GPS and start navigating as soon as possible</a:t>
                      </a:r>
                    </a:p>
                    <a:p>
                      <a:pPr algn="l">
                        <a:lnSpc>
                          <a:spcPct val="106000"/>
                        </a:lnSpc>
                        <a:spcAft>
                          <a:spcPts val="0"/>
                        </a:spcAft>
                      </a:pPr>
                      <a:r>
                        <a:rPr sz="1100" b="0">
                          <a:solidFill>
                            <a:srgbClr val="333333"/>
                          </a:solidFill>
                          <a:latin typeface="Fira Code"/>
                        </a:rPr>
                        <a:t>        gpsGoodToAlign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libraries/AP_NavEKF3/AP_NavEKF3_GyroBias.cpp</a:t>
                      </a:r>
                      <a:r>
                        <a:rPr sz="1100" b="0">
                          <a:solidFill>
                            <a:srgbClr val="999999"/>
                          </a:solidFill>
                          <a:latin typeface="Fira Code"/>
                        </a:rPr>
                        <a:t>  ·  </a:t>
                      </a:r>
                      <a:r>
                        <a:rPr sz="1100" b="0">
                          <a:solidFill>
                            <a:srgbClr val="999999"/>
                          </a:solidFill>
                          <a:latin typeface="Fira Code"/>
                        </a:rPr>
                        <a:t>6-13</a:t>
                      </a:r>
                      <a:r>
                        <a:rPr sz="1100" b="0">
                          <a:solidFill>
                            <a:srgbClr val="999999"/>
                          </a:solidFill>
                          <a:latin typeface="Fira Code"/>
                        </a:rPr>
                        <a:t>  ·  </a:t>
                      </a:r>
                      <a:r>
                        <a:rPr sz="1100" b="0">
                          <a:solidFill>
                            <a:srgbClr val="999999"/>
                          </a:solidFill>
                          <a:latin typeface="Fira Code"/>
                        </a:rPr>
                        <a:t>NavEKF3_core::resetGyroBias()</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stateStruct.gyro_bias.zero();</a:t>
                      </a:r>
                    </a:p>
                    <a:p>
                      <a:pPr algn="l">
                        <a:lnSpc>
                          <a:spcPct val="106000"/>
                        </a:lnSpc>
                        <a:spcAft>
                          <a:spcPts val="0"/>
                        </a:spcAft>
                      </a:pPr>
                      <a:r>
                        <a:rPr sz="1100" b="0">
                          <a:solidFill>
                            <a:srgbClr val="333333"/>
                          </a:solidFill>
                          <a:latin typeface="Fira Code"/>
                        </a:rPr>
                        <a:t>    zeroRows(P,10,12);</a:t>
                      </a:r>
                    </a:p>
                    <a:p>
                      <a:pPr algn="l">
                        <a:lnSpc>
                          <a:spcPct val="106000"/>
                        </a:lnSpc>
                        <a:spcAft>
                          <a:spcPts val="0"/>
                        </a:spcAft>
                      </a:pPr>
                      <a:r>
                        <a:rPr sz="1100" b="0">
                          <a:solidFill>
                            <a:srgbClr val="333333"/>
                          </a:solidFill>
                          <a:latin typeface="Fira Code"/>
                        </a:rPr>
                        <a:t>    zeroCols(P,10,12);</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P[10][10] = sq(radians(0.5f * dtIMUavg));</a:t>
                      </a:r>
                    </a:p>
                    <a:p>
                      <a:pPr algn="l">
                        <a:lnSpc>
                          <a:spcPct val="106000"/>
                        </a:lnSpc>
                        <a:spcAft>
                          <a:spcPts val="0"/>
                        </a:spcAft>
                      </a:pPr>
                      <a:r>
                        <a:rPr sz="1100" b="0">
                          <a:solidFill>
                            <a:srgbClr val="333333"/>
                          </a:solidFill>
                          <a:latin typeface="Fira Code"/>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libraries/AP_NavEKF3/AP_NavEKF3_RngBcnFusion.cpp</a:t>
                      </a:r>
                      <a:r>
                        <a:rPr sz="1100" b="0">
                          <a:solidFill>
                            <a:srgbClr val="999999"/>
                          </a:solidFill>
                          <a:latin typeface="Fira Code"/>
                        </a:rPr>
                        <a:t>  ·  </a:t>
                      </a:r>
                      <a:r>
                        <a:rPr sz="1100" b="0">
                          <a:solidFill>
                            <a:srgbClr val="999999"/>
                          </a:solidFill>
                          <a:latin typeface="Fira Code"/>
                        </a:rPr>
                        <a:t>95-103</a:t>
                      </a:r>
                      <a:r>
                        <a:rPr sz="1100" b="0">
                          <a:solidFill>
                            <a:srgbClr val="999999"/>
                          </a:solidFill>
                          <a:latin typeface="Fira Code"/>
                        </a:rPr>
                        <a:t>  ·  </a:t>
                      </a:r>
                      <a:r>
                        <a:rPr sz="1100" b="0">
                          <a:solidFill>
                            <a:srgbClr val="999999"/>
                          </a:solidFill>
                          <a:latin typeface="Fira Code"/>
                        </a:rPr>
                        <a:t>NavEKF3_core::FuseRngBcn()</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declarations</a:t>
                      </a:r>
                    </a:p>
                    <a:p>
                      <a:pPr algn="l">
                        <a:lnSpc>
                          <a:spcPct val="106000"/>
                        </a:lnSpc>
                        <a:spcAft>
                          <a:spcPts val="0"/>
                        </a:spcAft>
                      </a:pPr>
                      <a:r>
                        <a:rPr sz="1100" b="0">
                          <a:solidFill>
                            <a:srgbClr val="333333"/>
                          </a:solidFill>
                          <a:latin typeface="Fira Code"/>
                        </a:rPr>
                        <a:t>    ftype pn;</a:t>
                      </a:r>
                    </a:p>
                    <a:p>
                      <a:pPr algn="l">
                        <a:lnSpc>
                          <a:spcPct val="106000"/>
                        </a:lnSpc>
                        <a:spcAft>
                          <a:spcPts val="0"/>
                        </a:spcAft>
                      </a:pPr>
                      <a:r>
                        <a:rPr sz="1100" b="0">
                          <a:solidFill>
                            <a:srgbClr val="333333"/>
                          </a:solidFill>
                          <a:latin typeface="Fira Code"/>
                        </a:rPr>
                        <a:t>    ftype pe;</a:t>
                      </a:r>
                    </a:p>
                    <a:p>
                      <a:pPr algn="l">
                        <a:lnSpc>
                          <a:spcPct val="106000"/>
                        </a:lnSpc>
                        <a:spcAft>
                          <a:spcPts val="0"/>
                        </a:spcAft>
                      </a:pPr>
                      <a:r>
                        <a:rPr sz="1100" b="0">
                          <a:solidFill>
                            <a:srgbClr val="333333"/>
                          </a:solidFill>
                          <a:latin typeface="Fira Code"/>
                        </a:rPr>
                        <a:t>    ftype pd;</a:t>
                      </a:r>
                    </a:p>
                    <a:p>
                      <a:pPr algn="l">
                        <a:lnSpc>
                          <a:spcPct val="106000"/>
                        </a:lnSpc>
                        <a:spcAft>
                          <a:spcPts val="0"/>
                        </a:spcAft>
                      </a:pPr>
                      <a:r>
                        <a:rPr sz="1100" b="0">
                          <a:solidFill>
                            <a:srgbClr val="333333"/>
                          </a:solidFill>
                          <a:latin typeface="Fira Code"/>
                        </a:rPr>
                        <a:t>    ftype bcn_pn;</a:t>
                      </a:r>
                    </a:p>
                    <a:p>
                      <a:pPr algn="l">
                        <a:lnSpc>
                          <a:spcPct val="106000"/>
                        </a:lnSpc>
                        <a:spcAft>
                          <a:spcPts val="0"/>
                        </a:spcAft>
                      </a:pPr>
                      <a:r>
                        <a:rPr sz="1100" b="0">
                          <a:solidFill>
                            <a:srgbClr val="333333"/>
                          </a:solidFill>
                          <a:latin typeface="Fira Code"/>
                        </a:rPr>
                        <a:t>    ftype bcn_pe;</a:t>
                      </a:r>
                    </a:p>
                    <a:p>
                      <a:pPr algn="l">
                        <a:lnSpc>
                          <a:spcPct val="106000"/>
                        </a:lnSpc>
                        <a:spcAft>
                          <a:spcPts val="0"/>
                        </a:spcAft>
                      </a:pPr>
                      <a:r>
                        <a:rPr sz="1100" b="0">
                          <a:solidFill>
                            <a:srgbClr val="333333"/>
                          </a:solidFill>
                          <a:latin typeface="Fira Code"/>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libraries/AP_NavEKF3/AP_NavEKF3_Logging.cpp</a:t>
                      </a:r>
                      <a:r>
                        <a:rPr sz="1100" b="0">
                          <a:solidFill>
                            <a:srgbClr val="999999"/>
                          </a:solidFill>
                          <a:latin typeface="Fira Code"/>
                        </a:rPr>
                        <a:t>  ·  </a:t>
                      </a:r>
                      <a:r>
                        <a:rPr sz="1100" b="0">
                          <a:solidFill>
                            <a:srgbClr val="999999"/>
                          </a:solidFill>
                          <a:latin typeface="Fira Code"/>
                        </a:rPr>
                        <a:t>15-23</a:t>
                      </a:r>
                      <a:r>
                        <a:rPr sz="1100" b="0">
                          <a:solidFill>
                            <a:srgbClr val="999999"/>
                          </a:solidFill>
                          <a:latin typeface="Fira Code"/>
                        </a:rPr>
                        <a:t>  ·  </a:t>
                      </a:r>
                      <a:r>
                        <a:rPr sz="1100" b="0">
                          <a:solidFill>
                            <a:srgbClr val="999999"/>
                          </a:solidFill>
                          <a:latin typeface="Fira Code"/>
                        </a:rPr>
                        <a:t>NavEKF3_core::Log_Write_XKF1()</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Write first EKF packet</a:t>
                      </a:r>
                    </a:p>
                    <a:p>
                      <a:pPr algn="l">
                        <a:lnSpc>
                          <a:spcPct val="106000"/>
                        </a:lnSpc>
                        <a:spcAft>
                          <a:spcPts val="0"/>
                        </a:spcAft>
                      </a:pPr>
                      <a:r>
                        <a:rPr sz="1100" b="0">
                          <a:solidFill>
                            <a:srgbClr val="333333"/>
                          </a:solidFill>
                          <a:latin typeface="Fira Code"/>
                        </a:rPr>
                        <a:t>    Vector3f euler;</a:t>
                      </a:r>
                    </a:p>
                    <a:p>
                      <a:pPr algn="l">
                        <a:lnSpc>
                          <a:spcPct val="106000"/>
                        </a:lnSpc>
                        <a:spcAft>
                          <a:spcPts val="0"/>
                        </a:spcAft>
                      </a:pPr>
                      <a:r>
                        <a:rPr sz="1100" b="0">
                          <a:solidFill>
                            <a:srgbClr val="333333"/>
                          </a:solidFill>
                          <a:latin typeface="Fira Code"/>
                        </a:rPr>
                        <a:t>    Vector2p posNE;</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Vector3f gyroBias;</a:t>
                      </a:r>
                    </a:p>
                    <a:p>
                      <a:pPr algn="l">
                        <a:lnSpc>
                          <a:spcPct val="106000"/>
                        </a:lnSpc>
                        <a:spcAft>
                          <a:spcPts val="0"/>
                        </a:spcAft>
                      </a:pPr>
                      <a:r>
                        <a:rPr sz="1100" b="0">
                          <a:solidFill>
                            <a:srgbClr val="333333"/>
                          </a:solidFill>
                          <a:latin typeface="Fira Code"/>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libraries/AP_NavEKF3/AP_NavEKF3.cpp</a:t>
                      </a:r>
                      <a:r>
                        <a:rPr sz="1100" b="0">
                          <a:solidFill>
                            <a:srgbClr val="999999"/>
                          </a:solidFill>
                          <a:latin typeface="Fira Code"/>
                        </a:rPr>
                        <a:t>  ·  </a:t>
                      </a:r>
                      <a:r>
                        <a:rPr sz="1100" b="0">
                          <a:solidFill>
                            <a:srgbClr val="999999"/>
                          </a:solidFill>
                          <a:latin typeface="Fira Code"/>
                        </a:rPr>
                        <a:t>1846-1854</a:t>
                      </a:r>
                      <a:r>
                        <a:rPr sz="1100" b="0">
                          <a:solidFill>
                            <a:srgbClr val="999999"/>
                          </a:solidFill>
                          <a:latin typeface="Fira Code"/>
                        </a:rPr>
                        <a:t>  ·  </a:t>
                      </a:r>
                      <a:r>
                        <a:rPr sz="1100" b="0">
                          <a:solidFill>
                            <a:srgbClr val="999999"/>
                          </a:solidFill>
                          <a:latin typeface="Fira Code"/>
                        </a:rPr>
                        <a:t>NavEKF3::getFilterStatus()</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(core) {</a:t>
                      </a:r>
                    </a:p>
                    <a:p>
                      <a:pPr algn="l">
                        <a:lnSpc>
                          <a:spcPct val="106000"/>
                        </a:lnSpc>
                        <a:spcAft>
                          <a:spcPts val="0"/>
                        </a:spcAft>
                      </a:pPr>
                      <a:r>
                        <a:rPr sz="1100" b="0">
                          <a:solidFill>
                            <a:srgbClr val="333333"/>
                          </a:solidFill>
                          <a:latin typeface="Fira Code"/>
                        </a:rPr>
                        <a:t>        core[primary].getFilterStatus(status);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memset(&amp;status, 0, sizeof(status));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libraries/AP_NavEKF2/AP_NavEKF2_core.cpp</a:t>
                      </a:r>
                      <a:r>
                        <a:rPr sz="1100" b="0">
                          <a:solidFill>
                            <a:srgbClr val="999999"/>
                          </a:solidFill>
                          <a:latin typeface="Fira Code"/>
                        </a:rPr>
                        <a:t>  ·  </a:t>
                      </a:r>
                      <a:r>
                        <a:rPr sz="1100" b="0">
                          <a:solidFill>
                            <a:srgbClr val="999999"/>
                          </a:solidFill>
                          <a:latin typeface="Fira Code"/>
                        </a:rPr>
                        <a:t>528-536</a:t>
                      </a:r>
                      <a:r>
                        <a:rPr sz="1100" b="0">
                          <a:solidFill>
                            <a:srgbClr val="999999"/>
                          </a:solidFill>
                          <a:latin typeface="Fira Code"/>
                        </a:rPr>
                        <a:t>  ·  </a:t>
                      </a:r>
                      <a:r>
                        <a:rPr sz="1100" b="0">
                          <a:solidFill>
                            <a:srgbClr val="999999"/>
                          </a:solidFill>
                          <a:latin typeface="Fira Code"/>
                        </a:rPr>
                        <a:t>NavEKF2_core::UpdateFilter()</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    startPredictEnabled = predict;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libraries/AP_NavEKF2/AP_NavEKF2_PosVelFusion.cpp</a:t>
                      </a:r>
                      <a:r>
                        <a:rPr sz="1100" b="0">
                          <a:solidFill>
                            <a:srgbClr val="999999"/>
                          </a:solidFill>
                          <a:latin typeface="Fira Code"/>
                        </a:rPr>
                        <a:t>  ·  </a:t>
                      </a:r>
                      <a:r>
                        <a:rPr sz="1100" b="0">
                          <a:solidFill>
                            <a:srgbClr val="999999"/>
                          </a:solidFill>
                          <a:latin typeface="Fira Code"/>
                        </a:rPr>
                        <a:t>560-568</a:t>
                      </a:r>
                      <a:r>
                        <a:rPr sz="1100" b="0">
                          <a:solidFill>
                            <a:srgbClr val="999999"/>
                          </a:solidFill>
                          <a:latin typeface="Fira Code"/>
                        </a:rPr>
                        <a:t>  ·  </a:t>
                      </a:r>
                      <a:r>
                        <a:rPr sz="1100" b="0">
                          <a:solidFill>
                            <a:srgbClr val="999999"/>
                          </a:solidFill>
                          <a:latin typeface="Fira Code"/>
                        </a:rPr>
                        <a:t>NavEKF2_core::FuseVelPosNED()</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health is set bad until test passed</a:t>
                      </a:r>
                    </a:p>
                    <a:p>
                      <a:pPr algn="l">
                        <a:lnSpc>
                          <a:spcPct val="106000"/>
                        </a:lnSpc>
                        <a:spcAft>
                          <a:spcPts val="0"/>
                        </a:spcAft>
                      </a:pPr>
                      <a:r>
                        <a:rPr sz="1100" b="0">
                          <a:solidFill>
                            <a:srgbClr val="333333"/>
                          </a:solidFill>
                          <a:latin typeface="Fira Code"/>
                        </a:rPr>
                        <a:t>    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    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    bool hgtHealth = false;                 // boolean true if height measurements have passed innovation consistency 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to check measurement errors</a:t>
                      </a:r>
                    </a:p>
                    <a:p>
                      <a:pPr algn="l">
                        <a:lnSpc>
                          <a:spcPct val="106000"/>
                        </a:lnSpc>
                        <a:spcAft>
                          <a:spcPts val="0"/>
                        </a:spcAft>
                      </a:pPr>
                      <a:r>
                        <a:rPr sz="1100" b="0">
                          <a:solidFill>
                            <a:srgbClr val="333333"/>
                          </a:solidFill>
                          <a:latin typeface="Fira Code"/>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libraries/AP_NavEKF/EKFGSF_yaw.cpp</a:t>
                      </a:r>
                      <a:r>
                        <a:rPr sz="1100" b="0">
                          <a:solidFill>
                            <a:srgbClr val="999999"/>
                          </a:solidFill>
                          <a:latin typeface="Fira Code"/>
                        </a:rPr>
                        <a:t>  ·  </a:t>
                      </a:r>
                      <a:r>
                        <a:rPr sz="1100" b="0">
                          <a:solidFill>
                            <a:srgbClr val="999999"/>
                          </a:solidFill>
                          <a:latin typeface="Fira Code"/>
                        </a:rPr>
                        <a:t>30-38</a:t>
                      </a:r>
                      <a:r>
                        <a:rPr sz="1100" b="0">
                          <a:solidFill>
                            <a:srgbClr val="999999"/>
                          </a:solidFill>
                          <a:latin typeface="Fira Code"/>
                        </a:rPr>
                        <a:t>  ·  </a:t>
                      </a:r>
                      <a:r>
                        <a:rPr sz="1100" b="0">
                          <a:solidFill>
                            <a:srgbClr val="999999"/>
                          </a:solidFill>
                          <a:latin typeface="Fira Code"/>
                        </a:rPr>
                        <a:t>EKFGSF_yaw::update()</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                        const Vector3F &amp;delVel,</a:t>
                      </a:r>
                    </a:p>
                    <a:p>
                      <a:pPr algn="l">
                        <a:lnSpc>
                          <a:spcPct val="106000"/>
                        </a:lnSpc>
                        <a:spcAft>
                          <a:spcPts val="0"/>
                        </a:spcAft>
                      </a:pPr>
                      <a:r>
                        <a:rPr sz="1100" b="0">
                          <a:solidFill>
                            <a:srgbClr val="333333"/>
                          </a:solidFill>
                          <a:latin typeface="Fira Code"/>
                        </a:rPr>
                        <a:t>                        const ftype delAngDT,</a:t>
                      </a:r>
                    </a:p>
                    <a:p>
                      <a:pPr algn="l">
                        <a:lnSpc>
                          <a:spcPct val="106000"/>
                        </a:lnSpc>
                        <a:spcAft>
                          <a:spcPts val="0"/>
                        </a:spcAft>
                      </a:pPr>
                      <a:r>
                        <a:rPr sz="1100" b="0">
                          <a:solidFill>
                            <a:srgbClr val="333333"/>
                          </a:solidFill>
                          <a:latin typeface="Fira Code"/>
                        </a:rPr>
                        <a:t>                        const ftype delVelDT,</a:t>
                      </a:r>
                    </a:p>
                    <a:p>
                      <a:pPr algn="l">
                        <a:lnSpc>
                          <a:spcPct val="106000"/>
                        </a:lnSpc>
                        <a:spcAft>
                          <a:spcPts val="0"/>
                        </a:spcAft>
                      </a:pPr>
                      <a:r>
                        <a:rPr sz="1100" b="0">
                          <a:solidFill>
                            <a:srgbClr val="333333"/>
                          </a:solidFill>
                          <a:latin typeface="Fira Code"/>
                        </a:rPr>
                        <a:t>                        bool runEKF,</a:t>
                      </a:r>
                    </a:p>
                    <a:p>
                      <a:pPr algn="l">
                        <a:lnSpc>
                          <a:spcPct val="106000"/>
                        </a:lnSpc>
                        <a:spcAft>
                          <a:spcPts val="0"/>
                        </a:spcAft>
                      </a:pPr>
                      <a:r>
                        <a:rPr sz="1100" b="0">
                          <a:solidFill>
                            <a:srgbClr val="333333"/>
                          </a:solidFill>
                          <a:latin typeface="Fira Code"/>
                        </a:rPr>
                        <a:t>                        ftype TAS)</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libraries/AC_WPNav/AC_WPNav.cpp</a:t>
                      </a:r>
                      <a:r>
                        <a:rPr sz="1100" b="0">
                          <a:solidFill>
                            <a:srgbClr val="999999"/>
                          </a:solidFill>
                          <a:latin typeface="Fira Code"/>
                        </a:rPr>
                        <a:t>  ·  </a:t>
                      </a:r>
                      <a:r>
                        <a:rPr sz="1100" b="0">
                          <a:solidFill>
                            <a:srgbClr val="999999"/>
                          </a:solidFill>
                          <a:latin typeface="Fira Code"/>
                        </a:rPr>
                        <a:t>245-254</a:t>
                      </a:r>
                      <a:r>
                        <a:rPr sz="1100" b="0">
                          <a:solidFill>
                            <a:srgbClr val="999999"/>
                          </a:solidFill>
                          <a:latin typeface="Fira Code"/>
                        </a:rPr>
                        <a:t>  ·  </a:t>
                      </a:r>
                      <a:r>
                        <a:rPr sz="1100" b="0">
                          <a:solidFill>
                            <a:srgbClr val="999999"/>
                          </a:solidFill>
                          <a:latin typeface="Fira Code"/>
                        </a:rPr>
                        <a:t>AC_WPNav::set_wp_destination_loc()</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bool is_terrain_alt;</a:t>
                      </a:r>
                    </a:p>
                    <a:p>
                      <a:pPr algn="l">
                        <a:lnSpc>
                          <a:spcPct val="106000"/>
                        </a:lnSpc>
                        <a:spcAft>
                          <a:spcPts val="0"/>
                        </a:spcAft>
                      </a:pPr>
                      <a:r>
                        <a:rPr sz="1100" b="0">
                          <a:solidFill>
                            <a:srgbClr val="333333"/>
                          </a:solidFill>
                          <a:latin typeface="Fira Code"/>
                        </a:rPr>
                        <a:t>    Vector3f dest_neu_cm;</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destination location to vector</a:t>
                      </a:r>
                    </a:p>
                    <a:p>
                      <a:pPr algn="l">
                        <a:lnSpc>
                          <a:spcPct val="106000"/>
                        </a:lnSpc>
                        <a:spcAft>
                          <a:spcPts val="0"/>
                        </a:spcAft>
                      </a:pPr>
                      <a:r>
                        <a:rPr sz="1100" b="0">
                          <a:solidFill>
                            <a:srgbClr val="333333"/>
                          </a:solidFill>
                          <a:latin typeface="Fira Code"/>
                        </a:rPr>
                        <a:t>    if (!get_vector_NEU_cm(destination, dest_neu_cm, is_terrain_alt))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libraries/AP_Mission/AP_Mission.cpp</a:t>
                      </a:r>
                      <a:r>
                        <a:rPr sz="1100" b="0">
                          <a:solidFill>
                            <a:srgbClr val="999999"/>
                          </a:solidFill>
                          <a:latin typeface="Fira Code"/>
                        </a:rPr>
                        <a:t>  ·  </a:t>
                      </a:r>
                      <a:r>
                        <a:rPr sz="1100" b="0">
                          <a:solidFill>
                            <a:srgbClr val="999999"/>
                          </a:solidFill>
                          <a:latin typeface="Fira Code"/>
                        </a:rPr>
                        <a:t>552-561</a:t>
                      </a:r>
                      <a:r>
                        <a:rPr sz="1100" b="0">
                          <a:solidFill>
                            <a:srgbClr val="999999"/>
                          </a:solidFill>
                          <a:latin typeface="Fira Code"/>
                        </a:rPr>
                        <a:t>  ·  </a:t>
                      </a:r>
                      <a:r>
                        <a:rPr sz="1100" b="0">
                          <a:solidFill>
                            <a:srgbClr val="999999"/>
                          </a:solidFill>
                          <a:latin typeface="Fira Code"/>
                        </a:rPr>
                        <a:t>AP_Mission::get_next_nav_cmd()</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search until the end of the mission command list</a:t>
                      </a:r>
                    </a:p>
                    <a:p>
                      <a:pPr algn="l">
                        <a:lnSpc>
                          <a:spcPct val="106000"/>
                        </a:lnSpc>
                        <a:spcAft>
                          <a:spcPts val="0"/>
                        </a:spcAft>
                      </a:pPr>
                      <a:r>
                        <a:rPr sz="1100" b="0">
                          <a:solidFill>
                            <a:srgbClr val="333333"/>
                          </a:solidFill>
                          <a:latin typeface="Fira Code"/>
                        </a:rPr>
                        <a:t>    for (uint16_t cmd_index = start_index; cmd_index &lt; (unsigned)_cmd_total; cmd_index++) {</a:t>
                      </a:r>
                    </a:p>
                    <a:p>
                      <a:pPr algn="l">
                        <a:lnSpc>
                          <a:spcPct val="106000"/>
                        </a:lnSpc>
                        <a:spcAft>
                          <a:spcPts val="0"/>
                        </a:spcAft>
                      </a:pPr>
                      <a:r>
                        <a:rPr sz="1100" b="0">
                          <a:solidFill>
                            <a:srgbClr val="333333"/>
                          </a:solidFill>
                          <a:latin typeface="Fira Code"/>
                        </a:rPr>
                        <a:t>        // get next command</a:t>
                      </a:r>
                    </a:p>
                    <a:p>
                      <a:pPr algn="l">
                        <a:lnSpc>
                          <a:spcPct val="106000"/>
                        </a:lnSpc>
                        <a:spcAft>
                          <a:spcPts val="0"/>
                        </a:spcAft>
                      </a:pPr>
                      <a:r>
                        <a:rPr sz="1100" b="0">
                          <a:solidFill>
                            <a:srgbClr val="333333"/>
                          </a:solidFill>
                          <a:latin typeface="Fira Code"/>
                        </a:rPr>
                        <a:t>        if (!get_next_cmd(cmd_index, cmd, false)) {</a:t>
                      </a:r>
                    </a:p>
                    <a:p>
                      <a:pPr algn="l">
                        <a:lnSpc>
                          <a:spcPct val="106000"/>
                        </a:lnSpc>
                        <a:spcAft>
                          <a:spcPts val="0"/>
                        </a:spcAft>
                      </a:pPr>
                      <a:r>
                        <a:rPr sz="1100" b="0">
                          <a:solidFill>
                            <a:srgbClr val="333333"/>
                          </a:solidFill>
                          <a:latin typeface="Fira Code"/>
                        </a:rPr>
                        <a:t>            // no more commands so return failure</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AP_L1_Control::update_waypoint()</a:t>
                      </a:r>
                    </a:p>
                    <a:p>
                      <a:pPr algn="l">
                        <a:lnSpc>
                          <a:spcPct val="106000"/>
                        </a:lnSpc>
                        <a:spcAft>
                          <a:spcPts val="0"/>
                        </a:spcAft>
                      </a:pPr>
                      <a:r>
                        <a:rPr sz="1100" b="0">
                          <a:solidFill>
                            <a:srgbClr val="333333"/>
                          </a:solidFill>
                          <a:latin typeface="Fira Code"/>
                        </a:rPr>
                        <a:t>    // Calculate L1 gain required for specified damping</a:t>
                      </a:r>
                    </a:p>
                    <a:p>
                      <a:pPr algn="l">
                        <a:lnSpc>
                          <a:spcPct val="106000"/>
                        </a:lnSpc>
                        <a:spcAft>
                          <a:spcPts val="0"/>
                        </a:spcAft>
                      </a:pPr>
                      <a:r>
                        <a:rPr sz="1100" b="0">
                          <a:solidFill>
                            <a:srgbClr val="333333"/>
                          </a:solidFill>
                          <a:latin typeface="Fira Code"/>
                        </a:rPr>
                        <a:t>    float K_L1 = 4.0f * _L1_damping * _L1_damping;</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current position and velocity</a:t>
                      </a:r>
                    </a:p>
                    <a:p>
                      <a:pPr algn="l">
                        <a:lnSpc>
                          <a:spcPct val="106000"/>
                        </a:lnSpc>
                        <a:spcAft>
                          <a:spcPts val="0"/>
                        </a:spcAft>
                      </a:pPr>
                      <a:r>
                        <a:rPr sz="1100" b="0">
                          <a:solidFill>
                            <a:srgbClr val="333333"/>
                          </a:solidFill>
                          <a:latin typeface="Fira Code"/>
                        </a:rPr>
                        <a:t>    if (_ahrs.get_location(_current_loc) == false) {</a:t>
                      </a:r>
                    </a:p>
                    <a:p>
                      <a:pPr algn="l">
                        <a:lnSpc>
                          <a:spcPct val="106000"/>
                        </a:lnSpc>
                        <a:spcAft>
                          <a:spcPts val="0"/>
                        </a:spcAft>
                      </a:pPr>
                      <a:r>
                        <a:rPr sz="1100" b="0">
                          <a:solidFill>
                            <a:srgbClr val="333333"/>
                          </a:solidFill>
                          <a:latin typeface="Fira Code"/>
                        </a:rPr>
                        <a:t>        // if no GPS loc available, maintain last nav/target_bearing</a:t>
                      </a:r>
                    </a:p>
                    <a:p>
                      <a:pPr algn="l">
                        <a:lnSpc>
                          <a:spcPct val="106000"/>
                        </a:lnSpc>
                        <a:spcAft>
                          <a:spcPts val="0"/>
                        </a:spcAft>
                      </a:pPr>
                      <a:r>
                        <a:rPr sz="1100" b="0">
                          <a:solidFill>
                            <a:srgbClr val="333333"/>
                          </a:solidFill>
                          <a:latin typeface="Fira Code"/>
                        </a:rPr>
                        <a:t>        _data_is_stale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79-88</a:t>
                      </a:r>
                      <a:r>
                        <a:rPr sz="1100" b="0">
                          <a:solidFill>
                            <a:srgbClr val="999999"/>
                          </a:solidFill>
                          <a:latin typeface="Fira Code"/>
                        </a:rPr>
                        <a:t>  ·  </a:t>
                      </a:r>
                      <a:r>
                        <a:rPr sz="1100" b="0">
                          <a:solidFill>
                            <a:srgbClr val="999999"/>
                          </a:solidFill>
                          <a:latin typeface="Fira Code"/>
                        </a:rPr>
                        <a:t>AP_L1_Control::nav_roll_cd()</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ret;</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formula can be obtained through equations of balanced spiral:</a:t>
                      </a:r>
                    </a:p>
                    <a:p>
                      <a:pPr algn="l">
                        <a:lnSpc>
                          <a:spcPct val="106000"/>
                        </a:lnSpc>
                        <a:spcAft>
                          <a:spcPts val="0"/>
                        </a:spcAft>
                      </a:pPr>
                      <a:r>
                        <a:rPr sz="1100" b="0">
                          <a:solidFill>
                            <a:srgbClr val="333333"/>
                          </a:solidFill>
                          <a:latin typeface="Fira Code"/>
                        </a:rPr>
                        <a:t>		liftForce * cos(roll) = gravityForce * cos(pitch);</a:t>
                      </a:r>
                    </a:p>
                    <a:p>
                      <a:pPr algn="l">
                        <a:lnSpc>
                          <a:spcPct val="106000"/>
                        </a:lnSpc>
                        <a:spcAft>
                          <a:spcPts val="0"/>
                        </a:spcAft>
                      </a:pPr>
                      <a:r>
                        <a:rPr sz="1100" b="0">
                          <a:solidFill>
                            <a:srgbClr val="333333"/>
                          </a:solidFill>
                          <a:latin typeface="Fira Code"/>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Fira Code"/>
                        </a:rPr>
                        <a:t>		see issue 24319 [https://github.com/ArduPilot/ardupilot/issues/24319]</a:t>
                      </a:r>
                    </a:p>
                    <a:p>
                      <a:pPr algn="l">
                        <a:lnSpc>
                          <a:spcPct val="106000"/>
                        </a:lnSpc>
                        <a:spcAft>
                          <a:spcPts val="0"/>
                        </a:spcAft>
                      </a:pPr>
                      <a:r>
                        <a:rPr sz="1100" b="0">
                          <a:solidFill>
                            <a:srgbClr val="333333"/>
                          </a:solidFill>
                          <a:latin typeface="Fira Code"/>
                        </a:rPr>
                        <a:t>		Multiplier 100.0f is for converting degrees to centidegrees</a:t>
                      </a:r>
                    </a:p>
                    <a:p>
                      <a:pPr algn="l">
                        <a:lnSpc>
                          <a:spcPct val="106000"/>
                        </a:lnSpc>
                        <a:spcAft>
                          <a:spcPts val="0"/>
                        </a:spcAft>
                      </a:pPr>
                      <a:r>
                        <a:rPr sz="1100" b="0">
                          <a:solidFill>
                            <a:srgbClr val="333333"/>
                          </a:solidFill>
                          <a:latin typeface="Fira Code"/>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libraries/AP_TECS/AP_TECS.cpp</a:t>
                      </a:r>
                      <a:r>
                        <a:rPr sz="1100" b="0">
                          <a:solidFill>
                            <a:srgbClr val="999999"/>
                          </a:solidFill>
                          <a:latin typeface="Fira Code"/>
                        </a:rPr>
                        <a:t>  ·  </a:t>
                      </a:r>
                      <a:r>
                        <a:rPr sz="1100" b="0">
                          <a:solidFill>
                            <a:srgbClr val="999999"/>
                          </a:solidFill>
                          <a:latin typeface="Fira Code"/>
                        </a:rPr>
                        <a:t>1259-1268</a:t>
                      </a:r>
                      <a:r>
                        <a:rPr sz="1100" b="0">
                          <a:solidFill>
                            <a:srgbClr val="999999"/>
                          </a:solidFill>
                          <a:latin typeface="Fira Code"/>
                        </a:rPr>
                        <a:t>  ·  </a:t>
                      </a:r>
                      <a:r>
                        <a:rPr sz="1100" b="0">
                          <a:solidFill>
                            <a:srgbClr val="999999"/>
                          </a:solidFill>
                          <a:latin typeface="Fira Code"/>
                        </a:rPr>
                        <a:t>AP_TECS::update_pitch_throttle()</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                                    int32_t EAS_dem_cm,</a:t>
                      </a:r>
                    </a:p>
                    <a:p>
                      <a:pPr algn="l">
                        <a:lnSpc>
                          <a:spcPct val="106000"/>
                        </a:lnSpc>
                        <a:spcAft>
                          <a:spcPts val="0"/>
                        </a:spcAft>
                      </a:pPr>
                      <a:r>
                        <a:rPr sz="1100" b="0">
                          <a:solidFill>
                            <a:srgbClr val="333333"/>
                          </a:solidFill>
                          <a:latin typeface="Fira Code"/>
                        </a:rPr>
                        <a:t>                                    enum AP_FixedWing::FlightStage flight_stage,</a:t>
                      </a:r>
                    </a:p>
                    <a:p>
                      <a:pPr algn="l">
                        <a:lnSpc>
                          <a:spcPct val="106000"/>
                        </a:lnSpc>
                        <a:spcAft>
                          <a:spcPts val="0"/>
                        </a:spcAft>
                      </a:pPr>
                      <a:r>
                        <a:rPr sz="1100" b="0">
                          <a:solidFill>
                            <a:srgbClr val="333333"/>
                          </a:solidFill>
                          <a:latin typeface="Fira Code"/>
                        </a:rPr>
                        <a:t>                                    float distance_beyond_land_wp,</a:t>
                      </a:r>
                    </a:p>
                    <a:p>
                      <a:pPr algn="l">
                        <a:lnSpc>
                          <a:spcPct val="106000"/>
                        </a:lnSpc>
                        <a:spcAft>
                          <a:spcPts val="0"/>
                        </a:spcAft>
                      </a:pPr>
                      <a:r>
                        <a:rPr sz="1100" b="0">
                          <a:solidFill>
                            <a:srgbClr val="333333"/>
                          </a:solidFill>
                          <a:latin typeface="Fira Code"/>
                        </a:rPr>
                        <a:t>                                    int32_t ptchMinCO_cd,</a:t>
                      </a:r>
                    </a:p>
                    <a:p>
                      <a:pPr algn="l">
                        <a:lnSpc>
                          <a:spcPct val="106000"/>
                        </a:lnSpc>
                        <a:spcAft>
                          <a:spcPts val="0"/>
                        </a:spcAft>
                      </a:pPr>
                      <a:r>
                        <a:rPr sz="1100" b="0">
                          <a:solidFill>
                            <a:srgbClr val="333333"/>
                          </a:solidFill>
                          <a:latin typeface="Fira Code"/>
                        </a:rPr>
                        <a:t>                                    int16_t throttle_nudge,</a:t>
                      </a:r>
                    </a:p>
                    <a:p>
                      <a:pPr algn="l">
                        <a:lnSpc>
                          <a:spcPct val="106000"/>
                        </a:lnSpc>
                        <a:spcAft>
                          <a:spcPts val="0"/>
                        </a:spcAft>
                      </a:pPr>
                      <a:r>
                        <a:rPr sz="1100" b="0">
                          <a:solidFill>
                            <a:srgbClr val="333333"/>
                          </a:solidFill>
                          <a:latin typeface="Fira Code"/>
                        </a:rPr>
                        <a:t>                                    float hgt_afe,</a:t>
                      </a:r>
                    </a:p>
                    <a:p>
                      <a:pPr algn="l">
                        <a:lnSpc>
                          <a:spcPct val="106000"/>
                        </a:lnSpc>
                        <a:spcAft>
                          <a:spcPts val="0"/>
                        </a:spcAft>
                      </a:pPr>
                      <a:r>
                        <a:rPr sz="1100" b="0">
                          <a:solidFill>
                            <a:srgbClr val="333333"/>
                          </a:solidFill>
                          <a:latin typeface="Fira Code"/>
                        </a:rPr>
                        <a:t>                                    float load_factor,</a:t>
                      </a:r>
                    </a:p>
                    <a:p>
                      <a:pPr algn="l">
                        <a:lnSpc>
                          <a:spcPct val="106000"/>
                        </a:lnSpc>
                        <a:spcAft>
                          <a:spcPts val="0"/>
                        </a:spcAft>
                      </a:pPr>
                      <a:r>
                        <a:rPr sz="1100" b="0">
                          <a:solidFill>
                            <a:srgbClr val="333333"/>
                          </a:solidFill>
                          <a:latin typeface="Fira Code"/>
                        </a:rPr>
                        <a:t>                                    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libraries/AC_AttitudeControl/AC_AttitudeControl.cpp</a:t>
                      </a:r>
                      <a:r>
                        <a:rPr sz="1100" b="0">
                          <a:solidFill>
                            <a:srgbClr val="999999"/>
                          </a:solidFill>
                          <a:latin typeface="Fira Code"/>
                        </a:rPr>
                        <a:t>  ·  </a:t>
                      </a:r>
                      <a:r>
                        <a:rPr sz="1100" b="0">
                          <a:solidFill>
                            <a:srgbClr val="999999"/>
                          </a:solidFill>
                          <a:latin typeface="Fira Code"/>
                        </a:rPr>
                        <a:t>411-419</a:t>
                      </a:r>
                      <a:r>
                        <a:rPr sz="1100" b="0">
                          <a:solidFill>
                            <a:srgbClr val="999999"/>
                          </a:solidFill>
                          <a:latin typeface="Fira Code"/>
                        </a:rPr>
                        <a:t>  ·  </a:t>
                      </a:r>
                      <a:r>
                        <a:rPr sz="1100" b="0">
                          <a:solidFill>
                            <a:srgbClr val="999999"/>
                          </a:solidFill>
                          <a:latin typeface="Fira Code"/>
                        </a:rPr>
                        <a:t>AC_AttitudeControl::input_euler_angle_roll_pitch_yaw_cd()</a:t>
                      </a:r>
                    </a:p>
                    <a:p>
                      <a:pPr algn="l">
                        <a:lnSpc>
                          <a:spcPct val="106000"/>
                        </a:lnSpc>
                        <a:spcAft>
                          <a:spcPts val="0"/>
                        </a:spcAft>
                      </a:pPr>
                      <a:r>
                        <a:rPr sz="1100" b="0">
                          <a:solidFill>
                            <a:srgbClr val="333333"/>
                          </a:solidFill>
                          <a:latin typeface="Fira Code"/>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from centidegrees on public interface to radians</a:t>
                      </a:r>
                    </a:p>
                    <a:p>
                      <a:pPr algn="l">
                        <a:lnSpc>
                          <a:spcPct val="106000"/>
                        </a:lnSpc>
                        <a:spcAft>
                          <a:spcPts val="0"/>
                        </a:spcAft>
                      </a:pPr>
                      <a:r>
                        <a:rPr sz="1100" b="0">
                          <a:solidFill>
                            <a:srgbClr val="333333"/>
                          </a:solidFill>
                          <a:latin typeface="Fira Code"/>
                        </a:rPr>
                        <a:t>    const float euler_roll_angle_rad = cd_to_rad(euler_roll_angle_cd);</a:t>
                      </a:r>
                    </a:p>
                    <a:p>
                      <a:pPr algn="l">
                        <a:lnSpc>
                          <a:spcPct val="106000"/>
                        </a:lnSpc>
                        <a:spcAft>
                          <a:spcPts val="0"/>
                        </a:spcAft>
                      </a:pPr>
                      <a:r>
                        <a:rPr sz="1100" b="0">
                          <a:solidFill>
                            <a:srgbClr val="333333"/>
                          </a:solidFill>
                          <a:latin typeface="Fira Code"/>
                        </a:rPr>
                        <a:t>    const float euler_pitch_angle_rad = cd_to_rad(euler_pitch_angle_cd);</a:t>
                      </a:r>
                    </a:p>
                    <a:p>
                      <a:pPr algn="l">
                        <a:lnSpc>
                          <a:spcPct val="106000"/>
                        </a:lnSpc>
                        <a:spcAft>
                          <a:spcPts val="0"/>
                        </a:spcAft>
                      </a:pPr>
                      <a:r>
                        <a:rPr sz="1100" b="0">
                          <a:solidFill>
                            <a:srgbClr val="333333"/>
                          </a:solidFill>
                          <a:latin typeface="Fira Code"/>
                        </a:rPr>
                        <a:t>    const float euler_yaw_angle_rad = cd_to_rad(euler_yaw_angle_cd);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 = state.location;</a:t>
                      </a:r>
                    </a:p>
                    <a:p>
                      <a:pPr algn="l">
                        <a:lnSpc>
                          <a:spcPct val="106000"/>
                        </a:lnSpc>
                        <a:spcAft>
                          <a:spcPts val="0"/>
                        </a:spcAft>
                      </a:pPr>
                      <a:r>
                        <a:rPr sz="1100" b="0">
                          <a:solidFill>
                            <a:srgbClr val="333333"/>
                          </a:solidFill>
                          <a:latin typeface="Fira Code"/>
                        </a:rPr>
                        <a:t>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AP_AHRS::groundspeed()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EKF has a better ground speed vector estimate</a:t>
                      </a:r>
                    </a:p>
                    <a:p>
                      <a:pPr algn="l">
                        <a:lnSpc>
                          <a:spcPct val="106000"/>
                        </a:lnSpc>
                        <a:spcAft>
                          <a:spcPts val="0"/>
                        </a:spcAft>
                      </a:pPr>
                      <a:r>
                        <a:rPr sz="1100" b="0">
                          <a:solidFill>
                            <a:srgbClr val="333333"/>
                          </a:solidFill>
                          <a:latin typeface="Fira Code"/>
                        </a:rPr>
                        <a:t>const Vector2f &amp;groundspeed_vector() const { return state.ground_speed_vec; }</a:t>
                      </a:r>
                    </a:p>
                    <a:p>
                      <a:pPr algn="l">
                        <a:lnSpc>
                          <a:spcPct val="106000"/>
                        </a:lnSpc>
                        <a:spcAft>
                          <a:spcPts val="0"/>
                        </a:spcAft>
                      </a:pPr>
                      <a:r>
                        <a:rPr sz="1100" b="0">
                          <a:solidFill>
                            <a:srgbClr val="333333"/>
                          </a:solidFill>
                          <a:latin typeface="Fira Code"/>
                        </a:rPr>
                        <a:t>// return ground speed estimate in meters/second. Used by ground vehicles.</a:t>
                      </a:r>
                    </a:p>
                    <a:p>
                      <a:pPr algn="l">
                        <a:lnSpc>
                          <a:spcPct val="106000"/>
                        </a:lnSpc>
                        <a:spcAft>
                          <a:spcPts val="0"/>
                        </a:spcAft>
                      </a:pPr>
                      <a:r>
                        <a:rPr sz="1100" b="0">
                          <a:solidFill>
                            <a:srgbClr val="333333"/>
                          </a:solidFill>
                          <a:latin typeface="Fira Code"/>
                        </a:rPr>
                        <a:t>float groundspeed(void) const { return state.ground_speed; }</a:t>
                      </a:r>
                    </a:p>
                    <a:p>
                      <a:pPr algn="l">
                        <a:lnSpc>
                          <a:spcPct val="106000"/>
                        </a:lnSpc>
                        <a:spcAft>
                          <a:spcPts val="0"/>
                        </a:spcAft>
                      </a:pPr>
                      <a:r>
                        <a:rPr sz="1100" b="0">
                          <a:solidFill>
                            <a:srgbClr val="333333"/>
                          </a:solidFill>
                          <a:latin typeface="Fira Code"/>
                        </a:rPr>
                        <a:t>const Vector3f &amp;get_accel_ef() const {</a:t>
                      </a:r>
                    </a:p>
                    <a:p>
                      <a:pPr algn="l">
                        <a:lnSpc>
                          <a:spcPct val="106000"/>
                        </a:lnSpc>
                        <a:spcAft>
                          <a:spcPts val="0"/>
                        </a:spcAft>
                      </a:pPr>
                      <a:r>
                        <a:rPr sz="1100" b="0">
                          <a:solidFill>
                            <a:srgbClr val="333333"/>
                          </a:solidFill>
                          <a:latin typeface="Fira Code"/>
                        </a:rPr>
                        <a:t>return state.accel_ef;</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AP_AHRS::have_inertial_nav()/get_origin()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returns the inertial navigation origin in lat/lon/alt</a:t>
                      </a:r>
                    </a:p>
                    <a:p>
                      <a:pPr algn="l">
                        <a:lnSpc>
                          <a:spcPct val="106000"/>
                        </a:lnSpc>
                        <a:spcAft>
                          <a:spcPts val="0"/>
                        </a:spcAft>
                      </a:pPr>
                      <a:r>
                        <a:rPr sz="1100" b="0">
                          <a:solidFill>
                            <a:srgbClr val="333333"/>
                          </a:solidFill>
                          <a:latin typeface="Fira Code"/>
                        </a:rPr>
                        <a:t>bool get_origin(Location &amp;ret) const WARN_IF_UNUSED;</a:t>
                      </a:r>
                    </a:p>
                    <a:p>
                      <a:pPr algn="l">
                        <a:lnSpc>
                          <a:spcPct val="106000"/>
                        </a:lnSpc>
                        <a:spcAft>
                          <a:spcPts val="0"/>
                        </a:spcAft>
                      </a:pPr>
                      <a:r>
                        <a:rPr sz="1100" b="0">
                          <a:solidFill>
                            <a:srgbClr val="333333"/>
                          </a:solidFill>
                          <a:latin typeface="Fira Code"/>
                        </a:rPr>
                        <a:t>bool have_inertial_nav() const;</a:t>
                      </a:r>
                    </a:p>
                    <a:p>
                      <a:pPr algn="l">
                        <a:lnSpc>
                          <a:spcPct val="106000"/>
                        </a:lnSpc>
                        <a:spcAft>
                          <a:spcPts val="0"/>
                        </a:spcAft>
                      </a:pPr>
                      <a:r>
                        <a:rPr sz="1100" b="0">
                          <a:solidFill>
                            <a:srgbClr val="333333"/>
                          </a:solidFill>
                          <a:latin typeface="Fira Code"/>
                        </a:rPr>
                        <a:t>// return a ground velocity in meters/second, North/East/Down</a:t>
                      </a:r>
                    </a:p>
                    <a:p>
                      <a:pPr algn="l">
                        <a:lnSpc>
                          <a:spcPct val="106000"/>
                        </a:lnSpc>
                        <a:spcAft>
                          <a:spcPts val="0"/>
                        </a:spcAft>
                      </a:pPr>
                      <a:r>
                        <a:rPr sz="1100" b="0">
                          <a:solidFill>
                            <a:srgbClr val="333333"/>
                          </a:solidFill>
                          <a:latin typeface="Fira Code"/>
                        </a:rPr>
                        <a:t>// order. Must only be called if have_inertial_nav() is true</a:t>
                      </a:r>
                    </a:p>
                    <a:p>
                      <a:pPr algn="l">
                        <a:lnSpc>
                          <a:spcPct val="106000"/>
                        </a:lnSpc>
                        <a:spcAft>
                          <a:spcPts val="0"/>
                        </a:spcAft>
                      </a:pPr>
                      <a:r>
                        <a:rPr sz="1100" b="0">
                          <a:solidFill>
                            <a:srgbClr val="333333"/>
                          </a:solidFill>
                          <a:latin typeface="Fira Code"/>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AP_AHRS::get_relative_position_NED_origin()</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case EKFType::DCM:</a:t>
                      </a:r>
                    </a:p>
                    <a:p>
                      <a:pPr algn="l">
                        <a:lnSpc>
                          <a:spcPct val="106000"/>
                        </a:lnSpc>
                        <a:spcAft>
                          <a:spcPts val="0"/>
                        </a:spcAft>
                      </a:pPr>
                      <a:r>
                        <a:rPr sz="1100" b="0">
                          <a:solidFill>
                            <a:srgbClr val="333333"/>
                          </a:solidFill>
                          <a:latin typeface="Fira Code"/>
                        </a:rPr>
                        <a:t>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case EKFType::TWO: {</a:t>
                      </a:r>
                    </a:p>
                    <a:p>
                      <a:pPr algn="l">
                        <a:lnSpc>
                          <a:spcPct val="106000"/>
                        </a:lnSpc>
                        <a:spcAft>
                          <a:spcPts val="0"/>
                        </a:spcAft>
                      </a:pPr>
                      <a:r>
                        <a:rPr sz="1100" b="0">
                          <a:solidFill>
                            <a:srgbClr val="333333"/>
                          </a:solidFill>
                          <a:latin typeface="Fira Code"/>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AP_AHRS::get_velocity_NED()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 = state.velocity_NED;</a:t>
                      </a:r>
                    </a:p>
                    <a:p>
                      <a:pPr algn="l">
                        <a:lnSpc>
                          <a:spcPct val="106000"/>
                        </a:lnSpc>
                        <a:spcAft>
                          <a:spcPts val="0"/>
                        </a:spcAft>
                      </a:pPr>
                      <a:r>
                        <a:rPr sz="1100" b="0">
                          <a:solidFill>
                            <a:srgbClr val="333333"/>
                          </a:solidFill>
                          <a:latin typeface="Fira Code"/>
                        </a:rPr>
                        <a:t>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fill_scratch_variables();</a:t>
                      </a:r>
                    </a:p>
                    <a:p>
                      <a:pPr algn="l">
                        <a:lnSpc>
                          <a:spcPct val="106000"/>
                        </a:lnSpc>
                        <a:spcAft>
                          <a:spcPts val="0"/>
                        </a:spcAft>
                      </a:pPr>
                      <a:r>
                        <a:rPr sz="1100" b="0">
                          <a:solidFill>
                            <a:srgbClr val="333333"/>
                          </a:solidFill>
                          <a:latin typeface="Fira Code"/>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NavEKF3_core::SelectVelPosFusion()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!posVelFusionDelayed) {</a:t>
                      </a:r>
                    </a:p>
                    <a:p>
                      <a:pPr algn="l">
                        <a:lnSpc>
                          <a:spcPct val="106000"/>
                        </a:lnSpc>
                        <a:spcAft>
                          <a:spcPts val="0"/>
                        </a:spcAft>
                      </a:pPr>
                      <a:r>
                        <a:rPr sz="1100" b="0">
                          <a:solidFill>
                            <a:srgbClr val="333333"/>
                          </a:solidFill>
                          <a:latin typeface="Fira Code"/>
                        </a:rPr>
                        <a:t>posVelFusionDelayed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declare variables used to control access to arrays</a:t>
                      </a:r>
                    </a:p>
                    <a:p>
                      <a:pPr algn="l">
                        <a:lnSpc>
                          <a:spcPct val="106000"/>
                        </a:lnSpc>
                        <a:spcAft>
                          <a:spcPts val="0"/>
                        </a:spcAft>
                      </a:pPr>
                      <a:r>
                        <a:rPr sz="1100" b="0">
                          <a:solidFill>
                            <a:srgbClr val="333333"/>
                          </a:solidFill>
                          <a:latin typeface="Fira Code"/>
                        </a:rPr>
                        <a:t>bool fuseData[6] {};</a:t>
                      </a:r>
                    </a:p>
                    <a:p>
                      <a:pPr algn="l">
                        <a:lnSpc>
                          <a:spcPct val="106000"/>
                        </a:lnSpc>
                        <a:spcAft>
                          <a:spcPts val="0"/>
                        </a:spcAft>
                      </a:pPr>
                      <a:r>
                        <a:rPr sz="1100" b="0">
                          <a:solidFill>
                            <a:srgbClr val="333333"/>
                          </a:solidFill>
                          <a:latin typeface="Fira Code"/>
                        </a:rPr>
                        <a:t>uint8_t stateIndex;</a:t>
                      </a:r>
                    </a:p>
                    <a:p>
                      <a:pPr algn="l">
                        <a:lnSpc>
                          <a:spcPct val="106000"/>
                        </a:lnSpc>
                        <a:spcAft>
                          <a:spcPts val="0"/>
                        </a:spcAft>
                      </a:pPr>
                      <a:r>
                        <a:rPr sz="1100" b="0">
                          <a:solidFill>
                            <a:srgbClr val="333333"/>
                          </a:solidFill>
                          <a:latin typeface="Fira Code"/>
                        </a:rPr>
                        <a:t>uint8_t obsIndex;</a:t>
                      </a:r>
                    </a:p>
                    <a:p>
                      <a:pPr algn="l">
                        <a:lnSpc>
                          <a:spcPct val="106000"/>
                        </a:lnSpc>
                        <a:spcAft>
                          <a:spcPts val="0"/>
                        </a:spcAft>
                      </a:pPr>
                      <a:r>
                        <a:rPr sz="1100" b="0">
                          <a:solidFill>
                            <a:srgbClr val="333333"/>
                          </a:solidFill>
                          <a:latin typeface="Fira Code"/>
                        </a:rPr>
                        <a:t>// declare variables used by state and covariance update calculations</a:t>
                      </a:r>
                    </a:p>
                    <a:p>
                      <a:pPr algn="l">
                        <a:lnSpc>
                          <a:spcPct val="106000"/>
                        </a:lnSpc>
                        <a:spcAft>
                          <a:spcPts val="0"/>
                        </a:spcAft>
                      </a:pPr>
                      <a:r>
                        <a:rPr sz="1100" b="0">
                          <a:solidFill>
                            <a:srgbClr val="333333"/>
                          </a:solidFill>
                          <a:latin typeface="Fira Code"/>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NavEKF3_core::readGpsData()</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new GPS data</a:t>
                      </a:r>
                    </a:p>
                    <a:p>
                      <a:pPr algn="l">
                        <a:lnSpc>
                          <a:spcPct val="106000"/>
                        </a:lnSpc>
                        <a:spcAft>
                          <a:spcPts val="0"/>
                        </a:spcAft>
                      </a:pPr>
                      <a:r>
                        <a:rPr sz="1100" b="0">
                          <a:solidFill>
                            <a:srgbClr val="333333"/>
                          </a:solidFill>
                          <a:latin typeface="Fira Code"/>
                        </a:rPr>
                        <a:t>const auto &amp;gps = dal.gps();</a:t>
                      </a:r>
                    </a:p>
                    <a:p>
                      <a:pPr algn="l">
                        <a:lnSpc>
                          <a:spcPct val="106000"/>
                        </a:lnSpc>
                        <a:spcAft>
                          <a:spcPts val="0"/>
                        </a:spcAft>
                      </a:pPr>
                      <a:r>
                        <a:rPr sz="1100" b="0">
                          <a:solidFill>
                            <a:srgbClr val="333333"/>
                          </a:solidFill>
                          <a:latin typeface="Fira Code"/>
                        </a:rPr>
                        <a:t>// limit update rate to avoid overflowing the FIFO buffer</a:t>
                      </a:r>
                    </a:p>
                    <a:p>
                      <a:pPr algn="l">
                        <a:lnSpc>
                          <a:spcPct val="106000"/>
                        </a:lnSpc>
                        <a:spcAft>
                          <a:spcPts val="0"/>
                        </a:spcAft>
                      </a:pPr>
                      <a:r>
                        <a:rPr sz="1100" b="0">
                          <a:solidFill>
                            <a:srgbClr val="333333"/>
                          </a:solidFill>
                          <a:latin typeface="Fira Code"/>
                        </a:rPr>
                        <a:t>if (gps.last_message_time_ms(selected_gps) - lastTimeGpsReceived_ms &lt;= frontend-&gt;sensorIntervalMin_ms)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NavEKF3_core::setAidingMode()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resetDataSource posResetSource = resetDataSource::DEFAULT;</a:t>
                      </a:r>
                    </a:p>
                    <a:p>
                      <a:pPr algn="l">
                        <a:lnSpc>
                          <a:spcPct val="106000"/>
                        </a:lnSpc>
                        <a:spcAft>
                          <a:spcPts val="0"/>
                        </a:spcAft>
                      </a:pPr>
                      <a:r>
                        <a:rPr sz="1100" b="0">
                          <a:solidFill>
                            <a:srgbClr val="333333"/>
                          </a:solidFill>
                          <a:latin typeface="Fira Code"/>
                        </a:rPr>
                        <a:t>resetDataSource velResetSource = resetDataSource::DEFAULT;</a:t>
                      </a:r>
                    </a:p>
                    <a:p>
                      <a:pPr algn="l">
                        <a:lnSpc>
                          <a:spcPct val="106000"/>
                        </a:lnSpc>
                        <a:spcAft>
                          <a:spcPts val="0"/>
                        </a:spcAft>
                      </a:pPr>
                      <a:r>
                        <a:rPr sz="1100" b="0">
                          <a:solidFill>
                            <a:srgbClr val="333333"/>
                          </a:solidFill>
                          <a:latin typeface="Fira Code"/>
                        </a:rPr>
                        <a:t>// Save the previous status so we can detect when it has changed</a:t>
                      </a:r>
                    </a:p>
                    <a:p>
                      <a:pPr algn="l">
                        <a:lnSpc>
                          <a:spcPct val="106000"/>
                        </a:lnSpc>
                        <a:spcAft>
                          <a:spcPts val="0"/>
                        </a:spcAft>
                      </a:pPr>
                      <a:r>
                        <a:rPr sz="1100" b="0">
                          <a:solidFill>
                            <a:srgbClr val="333333"/>
                          </a:solidFill>
                          <a:latin typeface="Fira Code"/>
                        </a:rPr>
                        <a:t>PV_AidingModePrev = PV_AidingMode;</a:t>
                      </a:r>
                    </a:p>
                    <a:p>
                      <a:pPr algn="l">
                        <a:lnSpc>
                          <a:spcPct val="106000"/>
                        </a:lnSpc>
                        <a:spcAft>
                          <a:spcPts val="0"/>
                        </a:spcAft>
                      </a:pPr>
                      <a:r>
                        <a:rPr sz="1100" b="0">
                          <a:solidFill>
                            <a:srgbClr val="333333"/>
                          </a:solidFill>
                          <a:latin typeface="Fira Code"/>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NavEKF3_core::SelectMagFusion()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used for load levelling</a:t>
                      </a:r>
                    </a:p>
                    <a:p>
                      <a:pPr algn="l">
                        <a:lnSpc>
                          <a:spcPct val="106000"/>
                        </a:lnSpc>
                        <a:spcAft>
                          <a:spcPts val="0"/>
                        </a:spcAft>
                      </a:pPr>
                      <a:r>
                        <a:rPr sz="1100" b="0">
                          <a:solidFill>
                            <a:srgbClr val="333333"/>
                          </a:solidFill>
                          <a:latin typeface="Fira Code"/>
                        </a:rPr>
                        <a:t>magFusePerformed = false;</a:t>
                      </a:r>
                    </a:p>
                    <a:p>
                      <a:pPr algn="l">
                        <a:lnSpc>
                          <a:spcPct val="106000"/>
                        </a:lnSpc>
                        <a:spcAft>
                          <a:spcPts val="0"/>
                        </a:spcAft>
                      </a:pPr>
                      <a:r>
                        <a:rPr sz="1100" b="0">
                          <a:solidFill>
                            <a:srgbClr val="333333"/>
                          </a:solidFill>
                          <a:latin typeface="Fira Code"/>
                        </a:rPr>
                        <a:t>// Store yaw angle when moving for use as a static reference when not moving</a:t>
                      </a:r>
                    </a:p>
                    <a:p>
                      <a:pPr algn="l">
                        <a:lnSpc>
                          <a:spcPct val="106000"/>
                        </a:lnSpc>
                        <a:spcAft>
                          <a:spcPts val="0"/>
                        </a:spcAft>
                      </a:pPr>
                      <a:r>
                        <a:rPr sz="1100" b="0">
                          <a:solidFill>
                            <a:srgbClr val="333333"/>
                          </a:solidFill>
                          <a:latin typeface="Fira Code"/>
                        </a:rPr>
                        <a:t>if (!onGroundNotMoving) {</a:t>
                      </a:r>
                    </a:p>
                    <a:p>
                      <a:pPr algn="l">
                        <a:lnSpc>
                          <a:spcPct val="106000"/>
                        </a:lnSpc>
                        <a:spcAft>
                          <a:spcPts val="0"/>
                        </a:spcAft>
                      </a:pPr>
                      <a:r>
                        <a:rPr sz="1100" b="0">
                          <a:solidFill>
                            <a:srgbClr val="333333"/>
                          </a:solidFill>
                          <a:latin typeface="Fira Code"/>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NavEKF3_core::SelectTasFusion()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locking out fusion of other measurements</a:t>
                      </a:r>
                    </a:p>
                    <a:p>
                      <a:pPr algn="l">
                        <a:lnSpc>
                          <a:spcPct val="106000"/>
                        </a:lnSpc>
                        <a:spcAft>
                          <a:spcPts val="0"/>
                        </a:spcAft>
                      </a:pPr>
                      <a:r>
                        <a:rPr sz="1100" b="0">
                          <a:solidFill>
                            <a:srgbClr val="333333"/>
                          </a:solidFill>
                          <a:latin typeface="Fira Code"/>
                        </a:rPr>
                        <a:t>if (magFusePerformed &amp;&amp; dtIMUavg &lt; 0.005f &amp;&amp; !airSpdFusionDelayed) {</a:t>
                      </a:r>
                    </a:p>
                    <a:p>
                      <a:pPr algn="l">
                        <a:lnSpc>
                          <a:spcPct val="106000"/>
                        </a:lnSpc>
                        <a:spcAft>
                          <a:spcPts val="0"/>
                        </a:spcAft>
                      </a:pPr>
                      <a:r>
                        <a:rPr sz="1100" b="0">
                          <a:solidFill>
                            <a:srgbClr val="333333"/>
                          </a:solidFill>
                          <a:latin typeface="Fira Code"/>
                        </a:rPr>
                        <a:t>airSpdFusionDelayed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NavEKF3_core::SelectFlowFusion()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!optFlowFusionDelayed) {</a:t>
                      </a:r>
                    </a:p>
                    <a:p>
                      <a:pPr algn="l">
                        <a:lnSpc>
                          <a:spcPct val="106000"/>
                        </a:lnSpc>
                        <a:spcAft>
                          <a:spcPts val="0"/>
                        </a:spcAft>
                      </a:pPr>
                      <a:r>
                        <a:rPr sz="1100" b="0">
                          <a:solidFill>
                            <a:srgbClr val="333333"/>
                          </a:solidFill>
                          <a:latin typeface="Fira Code"/>
                        </a:rPr>
                        <a:t>optFlowFusionDelayed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NavEKF3_core::getLLH()</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Location origin;</a:t>
                      </a:r>
                    </a:p>
                    <a:p>
                      <a:pPr algn="l">
                        <a:lnSpc>
                          <a:spcPct val="106000"/>
                        </a:lnSpc>
                        <a:spcAft>
                          <a:spcPts val="0"/>
                        </a:spcAft>
                      </a:pPr>
                      <a:r>
                        <a:rPr sz="1100" b="0">
                          <a:solidFill>
                            <a:srgbClr val="333333"/>
                          </a:solidFill>
                          <a:latin typeface="Fira Code"/>
                        </a:rPr>
                        <a:t>if (getOriginLLH(origin)) {</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if (getPosD_local(posD) &amp;&amp; PV_AidingMode != AID_NONE) {</a:t>
                      </a:r>
                    </a:p>
                    <a:p>
                      <a:pPr algn="l">
                        <a:lnSpc>
                          <a:spcPct val="106000"/>
                        </a:lnSpc>
                        <a:spcAft>
                          <a:spcPts val="0"/>
                        </a:spcAft>
                      </a:pPr>
                      <a:r>
                        <a:rPr sz="1100" b="0">
                          <a:solidFill>
                            <a:srgbClr val="333333"/>
                          </a:solidFill>
                          <a:latin typeface="Fira Code"/>
                        </a:rPr>
                        <a:t>// Altitude returned is an absolute altitude relative</a:t>
                      </a:r>
                    </a:p>
                    <a:p>
                      <a:pPr algn="l">
                        <a:lnSpc>
                          <a:spcPct val="106000"/>
                        </a:lnSpc>
                        <a:spcAft>
                          <a:spcPts val="0"/>
                        </a:spcAft>
                      </a:pPr>
                      <a:r>
                        <a:rPr sz="1100" b="0">
                          <a:solidFill>
                            <a:srgbClr val="333333"/>
                          </a:solidFill>
                          <a:latin typeface="Fira Code"/>
                        </a:rPr>
                        <a:t>to the WGS-84 spherioid</a:t>
                      </a:r>
                    </a:p>
                    <a:p>
                      <a:pPr algn="l">
                        <a:lnSpc>
                          <a:spcPct val="106000"/>
                        </a:lnSpc>
                        <a:spcAft>
                          <a:spcPts val="0"/>
                        </a:spcAft>
                      </a:pPr>
                      <a:r>
                        <a:rPr sz="1100" b="0">
                          <a:solidFill>
                            <a:srgbClr val="333333"/>
                          </a:solidFill>
                          <a:latin typeface="Fira Code"/>
                        </a:rPr>
                        <a:t>loc.set_alt_cm(origin.alt - posD*100.0, Location::AltFrame::ABSOLUTE);</a:t>
                      </a:r>
                    </a:p>
                    <a:p>
                      <a:pPr algn="l">
                        <a:lnSpc>
                          <a:spcPct val="106000"/>
                        </a:lnSpc>
                        <a:spcAft>
                          <a:spcPts val="0"/>
                        </a:spcAft>
                      </a:pPr>
                      <a:r>
                        <a:rPr sz="1100" b="0">
                          <a:solidFill>
                            <a:srgbClr val="333333"/>
                          </a:solidFill>
                          <a:latin typeface="Fira Code"/>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NavEKF3_core::calcGpsGoodToAlign()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(inFlight &amp;&amp; !finalInflightYawInit &amp;&amp; assume_zero_sideslip(</a:t>
                      </a:r>
                    </a:p>
                    <a:p>
                      <a:pPr algn="l">
                        <a:lnSpc>
                          <a:spcPct val="106000"/>
                        </a:lnSpc>
                        <a:spcAft>
                          <a:spcPts val="0"/>
                        </a:spcAft>
                      </a:pPr>
                      <a:r>
                        <a:rPr sz="1100" b="0">
                          <a:solidFill>
                            <a:srgbClr val="333333"/>
                          </a:solidFill>
                          <a:latin typeface="Fira Code"/>
                        </a:rPr>
                        <a:t>) &amp;&amp; !use_compass()) {</a:t>
                      </a:r>
                    </a:p>
                    <a:p>
                      <a:pPr algn="l">
                        <a:lnSpc>
                          <a:spcPct val="106000"/>
                        </a:lnSpc>
                        <a:spcAft>
                          <a:spcPts val="0"/>
                        </a:spcAft>
                      </a:pPr>
                      <a:r>
                        <a:rPr sz="1100" b="0">
                          <a:solidFill>
                            <a:srgbClr val="333333"/>
                          </a:solidFill>
                          <a:latin typeface="Fira Code"/>
                        </a:rPr>
                        <a:t>// this is a special case where a plane has launched without magnetometer</a:t>
                      </a:r>
                    </a:p>
                    <a:p>
                      <a:pPr algn="l">
                        <a:lnSpc>
                          <a:spcPct val="106000"/>
                        </a:lnSpc>
                        <a:spcAft>
                          <a:spcPts val="0"/>
                        </a:spcAft>
                      </a:pPr>
                      <a:r>
                        <a:rPr sz="1100" b="0">
                          <a:solidFill>
                            <a:srgbClr val="333333"/>
                          </a:solidFill>
                          <a:latin typeface="Fira Code"/>
                        </a:rPr>
                        <a:t>// is now in the air and needs to align yaw to the GPS and</a:t>
                      </a:r>
                    </a:p>
                    <a:p>
                      <a:pPr algn="l">
                        <a:lnSpc>
                          <a:spcPct val="106000"/>
                        </a:lnSpc>
                        <a:spcAft>
                          <a:spcPts val="0"/>
                        </a:spcAft>
                      </a:pPr>
                      <a:r>
                        <a:rPr sz="1100" b="0">
                          <a:solidFill>
                            <a:srgbClr val="333333"/>
                          </a:solidFill>
                          <a:latin typeface="Fira Code"/>
                        </a:rPr>
                        <a:t>start navigating as soon as possible</a:t>
                      </a:r>
                    </a:p>
                    <a:p>
                      <a:pPr algn="l">
                        <a:lnSpc>
                          <a:spcPct val="106000"/>
                        </a:lnSpc>
                        <a:spcAft>
                          <a:spcPts val="0"/>
                        </a:spcAft>
                      </a:pPr>
                      <a:r>
                        <a:rPr sz="1100" b="0">
                          <a:solidFill>
                            <a:srgbClr val="333333"/>
                          </a:solidFill>
                          <a:latin typeface="Fira Code"/>
                        </a:rPr>
                        <a:t>gpsGoodToAlign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NavEKF3_core::resetGyroBias()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stateStruct.gyro_bias.zero();</a:t>
                      </a:r>
                    </a:p>
                    <a:p>
                      <a:pPr algn="l">
                        <a:lnSpc>
                          <a:spcPct val="106000"/>
                        </a:lnSpc>
                        <a:spcAft>
                          <a:spcPts val="0"/>
                        </a:spcAft>
                      </a:pPr>
                      <a:r>
                        <a:rPr sz="1100" b="0">
                          <a:solidFill>
                            <a:srgbClr val="333333"/>
                          </a:solidFill>
                          <a:latin typeface="Fira Code"/>
                        </a:rPr>
                        <a:t>zeroRows(P,10,12);</a:t>
                      </a:r>
                    </a:p>
                    <a:p>
                      <a:pPr algn="l">
                        <a:lnSpc>
                          <a:spcPct val="106000"/>
                        </a:lnSpc>
                        <a:spcAft>
                          <a:spcPts val="0"/>
                        </a:spcAft>
                      </a:pPr>
                      <a:r>
                        <a:rPr sz="1100" b="0">
                          <a:solidFill>
                            <a:srgbClr val="333333"/>
                          </a:solidFill>
                          <a:latin typeface="Fira Code"/>
                        </a:rPr>
                        <a:t>zeroCols(P,10,12);</a:t>
                      </a:r>
                    </a:p>
                    <a:p>
                      <a:pPr algn="l">
                        <a:lnSpc>
                          <a:spcPct val="106000"/>
                        </a:lnSpc>
                        <a:spcAft>
                          <a:spcPts val="0"/>
                        </a:spcAft>
                      </a:pPr>
                      <a:r>
                        <a:rPr sz="1100" b="0">
                          <a:solidFill>
                            <a:srgbClr val="333333"/>
                          </a:solidFill>
                          <a:latin typeface="Fira Code"/>
                        </a:rPr>
                        <a:t>P[10][10] = sq(radians(0.5f * dtIMUavg));</a:t>
                      </a:r>
                    </a:p>
                    <a:p>
                      <a:pPr algn="l">
                        <a:lnSpc>
                          <a:spcPct val="106000"/>
                        </a:lnSpc>
                        <a:spcAft>
                          <a:spcPts val="0"/>
                        </a:spcAft>
                      </a:pPr>
                      <a:r>
                        <a:rPr sz="1100" b="0">
                          <a:solidFill>
                            <a:srgbClr val="333333"/>
                          </a:solidFill>
                          <a:latin typeface="Fira Code"/>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NavEKF3_core::FuseRngBcn()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declarations</a:t>
                      </a:r>
                    </a:p>
                    <a:p>
                      <a:pPr algn="l">
                        <a:lnSpc>
                          <a:spcPct val="106000"/>
                        </a:lnSpc>
                        <a:spcAft>
                          <a:spcPts val="0"/>
                        </a:spcAft>
                      </a:pPr>
                      <a:r>
                        <a:rPr sz="1100" b="0">
                          <a:solidFill>
                            <a:srgbClr val="333333"/>
                          </a:solidFill>
                          <a:latin typeface="Fira Code"/>
                        </a:rPr>
                        <a:t>ftype pn;</a:t>
                      </a:r>
                    </a:p>
                    <a:p>
                      <a:pPr algn="l">
                        <a:lnSpc>
                          <a:spcPct val="106000"/>
                        </a:lnSpc>
                        <a:spcAft>
                          <a:spcPts val="0"/>
                        </a:spcAft>
                      </a:pPr>
                      <a:r>
                        <a:rPr sz="1100" b="0">
                          <a:solidFill>
                            <a:srgbClr val="333333"/>
                          </a:solidFill>
                          <a:latin typeface="Fira Code"/>
                        </a:rPr>
                        <a:t>ftype pe;</a:t>
                      </a:r>
                    </a:p>
                    <a:p>
                      <a:pPr algn="l">
                        <a:lnSpc>
                          <a:spcPct val="106000"/>
                        </a:lnSpc>
                        <a:spcAft>
                          <a:spcPts val="0"/>
                        </a:spcAft>
                      </a:pPr>
                      <a:r>
                        <a:rPr sz="1100" b="0">
                          <a:solidFill>
                            <a:srgbClr val="333333"/>
                          </a:solidFill>
                          <a:latin typeface="Fira Code"/>
                        </a:rPr>
                        <a:t>ftype pd;</a:t>
                      </a:r>
                    </a:p>
                    <a:p>
                      <a:pPr algn="l">
                        <a:lnSpc>
                          <a:spcPct val="106000"/>
                        </a:lnSpc>
                        <a:spcAft>
                          <a:spcPts val="0"/>
                        </a:spcAft>
                      </a:pPr>
                      <a:r>
                        <a:rPr sz="1100" b="0">
                          <a:solidFill>
                            <a:srgbClr val="333333"/>
                          </a:solidFill>
                          <a:latin typeface="Fira Code"/>
                        </a:rPr>
                        <a:t>ftype bcn_pn;</a:t>
                      </a:r>
                    </a:p>
                    <a:p>
                      <a:pPr algn="l">
                        <a:lnSpc>
                          <a:spcPct val="106000"/>
                        </a:lnSpc>
                        <a:spcAft>
                          <a:spcPts val="0"/>
                        </a:spcAft>
                      </a:pPr>
                      <a:r>
                        <a:rPr sz="1100" b="0">
                          <a:solidFill>
                            <a:srgbClr val="333333"/>
                          </a:solidFill>
                          <a:latin typeface="Fira Code"/>
                        </a:rPr>
                        <a:t>ftype bcn_pe;</a:t>
                      </a:r>
                    </a:p>
                    <a:p>
                      <a:pPr algn="l">
                        <a:lnSpc>
                          <a:spcPct val="106000"/>
                        </a:lnSpc>
                        <a:spcAft>
                          <a:spcPts val="0"/>
                        </a:spcAft>
                      </a:pPr>
                      <a:r>
                        <a:rPr sz="1100" b="0">
                          <a:solidFill>
                            <a:srgbClr val="333333"/>
                          </a:solidFill>
                          <a:latin typeface="Fira Code"/>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NavEKF3_core::Log_Write_XKF1()</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Write first EKF packet</a:t>
                      </a:r>
                    </a:p>
                    <a:p>
                      <a:pPr algn="l">
                        <a:lnSpc>
                          <a:spcPct val="106000"/>
                        </a:lnSpc>
                        <a:spcAft>
                          <a:spcPts val="0"/>
                        </a:spcAft>
                      </a:pPr>
                      <a:r>
                        <a:rPr sz="1100" b="0">
                          <a:solidFill>
                            <a:srgbClr val="333333"/>
                          </a:solidFill>
                          <a:latin typeface="Fira Code"/>
                        </a:rPr>
                        <a:t>Vector3f euler;</a:t>
                      </a:r>
                    </a:p>
                    <a:p>
                      <a:pPr algn="l">
                        <a:lnSpc>
                          <a:spcPct val="106000"/>
                        </a:lnSpc>
                        <a:spcAft>
                          <a:spcPts val="0"/>
                        </a:spcAft>
                      </a:pPr>
                      <a:r>
                        <a:rPr sz="1100" b="0">
                          <a:solidFill>
                            <a:srgbClr val="333333"/>
                          </a:solidFill>
                          <a:latin typeface="Fira Code"/>
                        </a:rPr>
                        <a:t>Vector2p posNE;</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Vector3f gyroBias;</a:t>
                      </a:r>
                    </a:p>
                    <a:p>
                      <a:pPr algn="l">
                        <a:lnSpc>
                          <a:spcPct val="106000"/>
                        </a:lnSpc>
                        <a:spcAft>
                          <a:spcPts val="0"/>
                        </a:spcAft>
                      </a:pPr>
                      <a:r>
                        <a:rPr sz="1100" b="0">
                          <a:solidFill>
                            <a:srgbClr val="333333"/>
                          </a:solidFill>
                          <a:latin typeface="Fira Code"/>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NavEKF3::getFilterStatus()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(core) {</a:t>
                      </a:r>
                    </a:p>
                    <a:p>
                      <a:pPr algn="l">
                        <a:lnSpc>
                          <a:spcPct val="106000"/>
                        </a:lnSpc>
                        <a:spcAft>
                          <a:spcPts val="0"/>
                        </a:spcAft>
                      </a:pPr>
                      <a:r>
                        <a:rPr sz="1100" b="0">
                          <a:solidFill>
                            <a:srgbClr val="333333"/>
                          </a:solidFill>
                          <a:latin typeface="Fira Code"/>
                        </a:rPr>
                        <a:t>core[primary].getFilterStatus(status);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memset(&amp;status, 0, sizeof(status));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NavEKF2_core::UpdateFilter()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startPredictEnabled = predict;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NavEKF2_core::FuseVelPosNED()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health is set bad until test passed</a:t>
                      </a:r>
                    </a:p>
                    <a:p>
                      <a:pPr algn="l">
                        <a:lnSpc>
                          <a:spcPct val="106000"/>
                        </a:lnSpc>
                        <a:spcAft>
                          <a:spcPts val="0"/>
                        </a:spcAft>
                      </a:pPr>
                      <a:r>
                        <a:rPr sz="1100" b="0">
                          <a:solidFill>
                            <a:srgbClr val="333333"/>
                          </a:solidFill>
                          <a:latin typeface="Fira Code"/>
                        </a:rPr>
                        <a:t>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bool hgtHealth = false; // boolean true if height measurements have passed innovation consistency check</a:t>
                      </a:r>
                    </a:p>
                    <a:p>
                      <a:pPr algn="l">
                        <a:lnSpc>
                          <a:spcPct val="106000"/>
                        </a:lnSpc>
                        <a:spcAft>
                          <a:spcPts val="0"/>
                        </a:spcAft>
                      </a:pPr>
                      <a:r>
                        <a:rPr sz="1100" b="0">
                          <a:solidFill>
                            <a:srgbClr val="333333"/>
                          </a:solidFill>
                          <a:latin typeface="Fira Code"/>
                        </a:rPr>
                        <a:t>// declare variables used to check measurement errors</a:t>
                      </a:r>
                    </a:p>
                    <a:p>
                      <a:pPr algn="l">
                        <a:lnSpc>
                          <a:spcPct val="106000"/>
                        </a:lnSpc>
                        <a:spcAft>
                          <a:spcPts val="0"/>
                        </a:spcAft>
                      </a:pPr>
                      <a:r>
                        <a:rPr sz="1100" b="0">
                          <a:solidFill>
                            <a:srgbClr val="333333"/>
                          </a:solidFill>
                          <a:latin typeface="Fira Code"/>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EKFGSF_yaw::update()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const Vector3F &amp;delVel,</a:t>
                      </a:r>
                    </a:p>
                    <a:p>
                      <a:pPr algn="l">
                        <a:lnSpc>
                          <a:spcPct val="106000"/>
                        </a:lnSpc>
                        <a:spcAft>
                          <a:spcPts val="0"/>
                        </a:spcAft>
                      </a:pPr>
                      <a:r>
                        <a:rPr sz="1100" b="0">
                          <a:solidFill>
                            <a:srgbClr val="333333"/>
                          </a:solidFill>
                          <a:latin typeface="Fira Code"/>
                        </a:rPr>
                        <a:t>const ftype delAngDT,</a:t>
                      </a:r>
                    </a:p>
                    <a:p>
                      <a:pPr algn="l">
                        <a:lnSpc>
                          <a:spcPct val="106000"/>
                        </a:lnSpc>
                        <a:spcAft>
                          <a:spcPts val="0"/>
                        </a:spcAft>
                      </a:pPr>
                      <a:r>
                        <a:rPr sz="1100" b="0">
                          <a:solidFill>
                            <a:srgbClr val="333333"/>
                          </a:solidFill>
                          <a:latin typeface="Fira Code"/>
                        </a:rPr>
                        <a:t>const ftype delVelDT,</a:t>
                      </a:r>
                    </a:p>
                    <a:p>
                      <a:pPr algn="l">
                        <a:lnSpc>
                          <a:spcPct val="106000"/>
                        </a:lnSpc>
                        <a:spcAft>
                          <a:spcPts val="0"/>
                        </a:spcAft>
                      </a:pPr>
                      <a:r>
                        <a:rPr sz="1100" b="0">
                          <a:solidFill>
                            <a:srgbClr val="333333"/>
                          </a:solidFill>
                          <a:latin typeface="Fira Code"/>
                        </a:rPr>
                        <a:t>bool runEKF,</a:t>
                      </a:r>
                    </a:p>
                    <a:p>
                      <a:pPr algn="l">
                        <a:lnSpc>
                          <a:spcPct val="106000"/>
                        </a:lnSpc>
                        <a:spcAft>
                          <a:spcPts val="0"/>
                        </a:spcAft>
                      </a:pPr>
                      <a:r>
                        <a:rPr sz="1100" b="0">
                          <a:solidFill>
                            <a:srgbClr val="333333"/>
                          </a:solidFill>
                          <a:latin typeface="Fira Code"/>
                        </a:rPr>
                        <a:t>ftype TAS)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AC_WPNav::set_wp_destination_loc()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bool is_terrain_alt;</a:t>
                      </a:r>
                    </a:p>
                    <a:p>
                      <a:pPr algn="l">
                        <a:lnSpc>
                          <a:spcPct val="106000"/>
                        </a:lnSpc>
                        <a:spcAft>
                          <a:spcPts val="0"/>
                        </a:spcAft>
                      </a:pPr>
                      <a:r>
                        <a:rPr sz="1100" b="0">
                          <a:solidFill>
                            <a:srgbClr val="333333"/>
                          </a:solidFill>
                          <a:latin typeface="Fira Code"/>
                        </a:rPr>
                        <a:t>Vector3f dest_neu_cm;</a:t>
                      </a:r>
                    </a:p>
                    <a:p>
                      <a:pPr algn="l">
                        <a:lnSpc>
                          <a:spcPct val="106000"/>
                        </a:lnSpc>
                        <a:spcAft>
                          <a:spcPts val="0"/>
                        </a:spcAft>
                      </a:pPr>
                      <a:r>
                        <a:rPr sz="1100" b="0">
                          <a:solidFill>
                            <a:srgbClr val="333333"/>
                          </a:solidFill>
                          <a:latin typeface="Fira Code"/>
                        </a:rPr>
                        <a:t>// convert destination location to vector</a:t>
                      </a:r>
                    </a:p>
                    <a:p>
                      <a:pPr algn="l">
                        <a:lnSpc>
                          <a:spcPct val="106000"/>
                        </a:lnSpc>
                        <a:spcAft>
                          <a:spcPts val="0"/>
                        </a:spcAft>
                      </a:pPr>
                      <a:r>
                        <a:rPr sz="1100" b="0">
                          <a:solidFill>
                            <a:srgbClr val="333333"/>
                          </a:solidFill>
                          <a:latin typeface="Fira Code"/>
                        </a:rPr>
                        <a:t>if (!get_vector_NEU_cm(destination, dest_neu_cm, is_terrain_alt))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AP_Mission::get_next_nav_cmd()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search until the end of the mission command list</a:t>
                      </a:r>
                    </a:p>
                    <a:p>
                      <a:pPr algn="l">
                        <a:lnSpc>
                          <a:spcPct val="106000"/>
                        </a:lnSpc>
                        <a:spcAft>
                          <a:spcPts val="0"/>
                        </a:spcAft>
                      </a:pPr>
                      <a:r>
                        <a:rPr sz="1100" b="0">
                          <a:solidFill>
                            <a:srgbClr val="333333"/>
                          </a:solidFill>
                          <a:latin typeface="Fira Code"/>
                        </a:rPr>
                        <a:t>for (uint16_t cmd_index = start_index; cmd_index &lt; (unsigned)_cmd_total; cmd_index++) {</a:t>
                      </a:r>
                    </a:p>
                    <a:p>
                      <a:pPr algn="l">
                        <a:lnSpc>
                          <a:spcPct val="106000"/>
                        </a:lnSpc>
                        <a:spcAft>
                          <a:spcPts val="0"/>
                        </a:spcAft>
                      </a:pPr>
                      <a:r>
                        <a:rPr sz="1100" b="0">
                          <a:solidFill>
                            <a:srgbClr val="333333"/>
                          </a:solidFill>
                          <a:latin typeface="Fira Code"/>
                        </a:rPr>
                        <a:t>// get next command</a:t>
                      </a:r>
                    </a:p>
                    <a:p>
                      <a:pPr algn="l">
                        <a:lnSpc>
                          <a:spcPct val="106000"/>
                        </a:lnSpc>
                        <a:spcAft>
                          <a:spcPts val="0"/>
                        </a:spcAft>
                      </a:pPr>
                      <a:r>
                        <a:rPr sz="1100" b="0">
                          <a:solidFill>
                            <a:srgbClr val="333333"/>
                          </a:solidFill>
                          <a:latin typeface="Fira Code"/>
                        </a:rPr>
                        <a:t>if (!get_next_cmd(cmd_index, cmd, false)) {</a:t>
                      </a:r>
                    </a:p>
                    <a:p>
                      <a:pPr algn="l">
                        <a:lnSpc>
                          <a:spcPct val="106000"/>
                        </a:lnSpc>
                        <a:spcAft>
                          <a:spcPts val="0"/>
                        </a:spcAft>
                      </a:pPr>
                      <a:r>
                        <a:rPr sz="1100" b="0">
                          <a:solidFill>
                            <a:srgbClr val="333333"/>
                          </a:solidFill>
                          <a:latin typeface="Fira Code"/>
                        </a:rPr>
                        <a:t>// no more commands so return failure</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AP_L1_Control::update_waypoint()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Calculate L1 gain required for specified damping</a:t>
                      </a:r>
                    </a:p>
                    <a:p>
                      <a:pPr algn="l">
                        <a:lnSpc>
                          <a:spcPct val="106000"/>
                        </a:lnSpc>
                        <a:spcAft>
                          <a:spcPts val="0"/>
                        </a:spcAft>
                      </a:pPr>
                      <a:r>
                        <a:rPr sz="1100" b="0">
                          <a:solidFill>
                            <a:srgbClr val="333333"/>
                          </a:solidFill>
                          <a:latin typeface="Fira Code"/>
                        </a:rPr>
                        <a:t>float K_L1 = 4.0f * _L1_damping * _L1_damping;</a:t>
                      </a:r>
                    </a:p>
                    <a:p>
                      <a:pPr algn="l">
                        <a:lnSpc>
                          <a:spcPct val="106000"/>
                        </a:lnSpc>
                        <a:spcAft>
                          <a:spcPts val="0"/>
                        </a:spcAft>
                      </a:pPr>
                      <a:r>
                        <a:rPr sz="1100" b="0">
                          <a:solidFill>
                            <a:srgbClr val="333333"/>
                          </a:solidFill>
                          <a:latin typeface="Fira Code"/>
                        </a:rPr>
                        <a:t>// Get current position and velocity</a:t>
                      </a:r>
                    </a:p>
                    <a:p>
                      <a:pPr algn="l">
                        <a:lnSpc>
                          <a:spcPct val="106000"/>
                        </a:lnSpc>
                        <a:spcAft>
                          <a:spcPts val="0"/>
                        </a:spcAft>
                      </a:pPr>
                      <a:r>
                        <a:rPr sz="1100" b="0">
                          <a:solidFill>
                            <a:srgbClr val="333333"/>
                          </a:solidFill>
                          <a:latin typeface="Fira Code"/>
                        </a:rPr>
                        <a:t>if (_ahrs.get_location(_current_loc) == false) {</a:t>
                      </a:r>
                    </a:p>
                    <a:p>
                      <a:pPr algn="l">
                        <a:lnSpc>
                          <a:spcPct val="106000"/>
                        </a:lnSpc>
                        <a:spcAft>
                          <a:spcPts val="0"/>
                        </a:spcAft>
                      </a:pPr>
                      <a:r>
                        <a:rPr sz="1100" b="0">
                          <a:solidFill>
                            <a:srgbClr val="333333"/>
                          </a:solidFill>
                          <a:latin typeface="Fira Code"/>
                        </a:rPr>
                        <a:t>// if no GPS loc available, maintain last nav/target_bearing</a:t>
                      </a:r>
                    </a:p>
                    <a:p>
                      <a:pPr algn="l">
                        <a:lnSpc>
                          <a:spcPct val="106000"/>
                        </a:lnSpc>
                        <a:spcAft>
                          <a:spcPts val="0"/>
                        </a:spcAft>
                      </a:pPr>
                      <a:r>
                        <a:rPr sz="1100" b="0">
                          <a:solidFill>
                            <a:srgbClr val="333333"/>
                          </a:solidFill>
                          <a:latin typeface="Fira Code"/>
                        </a:rPr>
                        <a:t>_data_is_stale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AP_L1_Control::nav_roll_cd()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ret;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formula can be obtained through equations of balanced spiral:</a:t>
                      </a:r>
                    </a:p>
                    <a:p>
                      <a:pPr algn="l">
                        <a:lnSpc>
                          <a:spcPct val="106000"/>
                        </a:lnSpc>
                        <a:spcAft>
                          <a:spcPts val="0"/>
                        </a:spcAft>
                      </a:pPr>
                      <a:r>
                        <a:rPr sz="1100" b="0">
                          <a:solidFill>
                            <a:srgbClr val="333333"/>
                          </a:solidFill>
                          <a:latin typeface="Fira Code"/>
                        </a:rPr>
                        <a:t>liftForce * cos(roll) = gravityForce * cos(pitch);</a:t>
                      </a:r>
                    </a:p>
                    <a:p>
                      <a:pPr algn="l">
                        <a:lnSpc>
                          <a:spcPct val="106000"/>
                        </a:lnSpc>
                        <a:spcAft>
                          <a:spcPts val="0"/>
                        </a:spcAft>
                      </a:pPr>
                      <a:r>
                        <a:rPr sz="1100" b="0">
                          <a:solidFill>
                            <a:srgbClr val="333333"/>
                          </a:solidFill>
                          <a:latin typeface="Fira Code"/>
                        </a:rPr>
                        <a:t>liftForce * sin(roll) = gravityForce * lateralAcceleration</a:t>
                      </a:r>
                    </a:p>
                    <a:p>
                      <a:pPr algn="l">
                        <a:lnSpc>
                          <a:spcPct val="106000"/>
                        </a:lnSpc>
                        <a:spcAft>
                          <a:spcPts val="0"/>
                        </a:spcAft>
                      </a:pPr>
                      <a:r>
                        <a:rPr sz="1100" b="0">
                          <a:solidFill>
                            <a:srgbClr val="333333"/>
                          </a:solidFill>
                          <a:latin typeface="Fira Code"/>
                        </a:rPr>
                        <a:t>/ gravityAcceleration; // as mass = gravityForce/gravityAcceleration</a:t>
                      </a:r>
                    </a:p>
                    <a:p>
                      <a:pPr algn="l">
                        <a:lnSpc>
                          <a:spcPct val="106000"/>
                        </a:lnSpc>
                        <a:spcAft>
                          <a:spcPts val="0"/>
                        </a:spcAft>
                      </a:pPr>
                      <a:r>
                        <a:rPr sz="1100" b="0">
                          <a:solidFill>
                            <a:srgbClr val="333333"/>
                          </a:solidFill>
                          <a:latin typeface="Fira Code"/>
                        </a:rPr>
                        <a:t>see issue 24319 [https://github.com/ArduPilot/ardupilot/issues/24319]</a:t>
                      </a:r>
                    </a:p>
                    <a:p>
                      <a:pPr algn="l">
                        <a:lnSpc>
                          <a:spcPct val="106000"/>
                        </a:lnSpc>
                        <a:spcAft>
                          <a:spcPts val="0"/>
                        </a:spcAft>
                      </a:pPr>
                      <a:r>
                        <a:rPr sz="1100" b="0">
                          <a:solidFill>
                            <a:srgbClr val="333333"/>
                          </a:solidFill>
                          <a:latin typeface="Fira Code"/>
                        </a:rPr>
                        <a:t>Multiplier 100.0f is for converting degrees to centidegrees</a:t>
                      </a:r>
                    </a:p>
                    <a:p>
                      <a:pPr algn="l">
                        <a:lnSpc>
                          <a:spcPct val="106000"/>
                        </a:lnSpc>
                        <a:spcAft>
                          <a:spcPts val="0"/>
                        </a:spcAft>
                      </a:pPr>
                      <a:r>
                        <a:rPr sz="1100" b="0">
                          <a:solidFill>
                            <a:srgbClr val="333333"/>
                          </a:solidFill>
                          <a:latin typeface="Fira Code"/>
                        </a:rPr>
                        <a:t>Made changes to avoid zero division as proposed by Andrew</a:t>
                      </a:r>
                    </a:p>
                    <a:p>
                      <a:pPr algn="l">
                        <a:lnSpc>
                          <a:spcPct val="106000"/>
                        </a:lnSpc>
                        <a:spcAft>
                          <a:spcPts val="0"/>
                        </a:spcAft>
                      </a:pPr>
                      <a:r>
                        <a:rPr sz="1100" b="0">
                          <a:solidFill>
                            <a:srgbClr val="333333"/>
                          </a:solidFill>
                          <a:latin typeface="Fira Code"/>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AP_TECS::update_pitch_throttle()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int32_t EAS_dem_cm,</a:t>
                      </a:r>
                    </a:p>
                    <a:p>
                      <a:pPr algn="l">
                        <a:lnSpc>
                          <a:spcPct val="106000"/>
                        </a:lnSpc>
                        <a:spcAft>
                          <a:spcPts val="0"/>
                        </a:spcAft>
                      </a:pPr>
                      <a:r>
                        <a:rPr sz="1100" b="0">
                          <a:solidFill>
                            <a:srgbClr val="333333"/>
                          </a:solidFill>
                          <a:latin typeface="Fira Code"/>
                        </a:rPr>
                        <a:t>enum AP_FixedWing::FlightStage</a:t>
                      </a:r>
                    </a:p>
                    <a:p>
                      <a:pPr algn="l">
                        <a:lnSpc>
                          <a:spcPct val="106000"/>
                        </a:lnSpc>
                        <a:spcAft>
                          <a:spcPts val="0"/>
                        </a:spcAft>
                      </a:pPr>
                      <a:r>
                        <a:rPr sz="1100" b="0">
                          <a:solidFill>
                            <a:srgbClr val="333333"/>
                          </a:solidFill>
                          <a:latin typeface="Fira Code"/>
                        </a:rPr>
                        <a:t>flight_stage,</a:t>
                      </a:r>
                    </a:p>
                    <a:p>
                      <a:pPr algn="l">
                        <a:lnSpc>
                          <a:spcPct val="106000"/>
                        </a:lnSpc>
                        <a:spcAft>
                          <a:spcPts val="0"/>
                        </a:spcAft>
                      </a:pPr>
                      <a:r>
                        <a:rPr sz="1100" b="0">
                          <a:solidFill>
                            <a:srgbClr val="333333"/>
                          </a:solidFill>
                          <a:latin typeface="Fira Code"/>
                        </a:rPr>
                        <a:t>float distance_beyond_land_wp,</a:t>
                      </a:r>
                    </a:p>
                    <a:p>
                      <a:pPr algn="l">
                        <a:lnSpc>
                          <a:spcPct val="106000"/>
                        </a:lnSpc>
                        <a:spcAft>
                          <a:spcPts val="0"/>
                        </a:spcAft>
                      </a:pPr>
                      <a:r>
                        <a:rPr sz="1100" b="0">
                          <a:solidFill>
                            <a:srgbClr val="333333"/>
                          </a:solidFill>
                          <a:latin typeface="Fira Code"/>
                        </a:rPr>
                        <a:t>int32_t ptchMinCO_cd,</a:t>
                      </a:r>
                    </a:p>
                    <a:p>
                      <a:pPr algn="l">
                        <a:lnSpc>
                          <a:spcPct val="106000"/>
                        </a:lnSpc>
                        <a:spcAft>
                          <a:spcPts val="0"/>
                        </a:spcAft>
                      </a:pPr>
                      <a:r>
                        <a:rPr sz="1100" b="0">
                          <a:solidFill>
                            <a:srgbClr val="333333"/>
                          </a:solidFill>
                          <a:latin typeface="Fira Code"/>
                        </a:rPr>
                        <a:t>int16_t throttle_nudge,</a:t>
                      </a:r>
                    </a:p>
                    <a:p>
                      <a:pPr algn="l">
                        <a:lnSpc>
                          <a:spcPct val="106000"/>
                        </a:lnSpc>
                        <a:spcAft>
                          <a:spcPts val="0"/>
                        </a:spcAft>
                      </a:pPr>
                      <a:r>
                        <a:rPr sz="1100" b="0">
                          <a:solidFill>
                            <a:srgbClr val="333333"/>
                          </a:solidFill>
                          <a:latin typeface="Fira Code"/>
                        </a:rPr>
                        <a:t>float hgt_afe,</a:t>
                      </a:r>
                    </a:p>
                    <a:p>
                      <a:pPr algn="l">
                        <a:lnSpc>
                          <a:spcPct val="106000"/>
                        </a:lnSpc>
                        <a:spcAft>
                          <a:spcPts val="0"/>
                        </a:spcAft>
                      </a:pPr>
                      <a:r>
                        <a:rPr sz="1100" b="0">
                          <a:solidFill>
                            <a:srgbClr val="333333"/>
                          </a:solidFill>
                          <a:latin typeface="Fira Code"/>
                        </a:rPr>
                        <a:t>float load_factor,</a:t>
                      </a:r>
                    </a:p>
                    <a:p>
                      <a:pPr algn="l">
                        <a:lnSpc>
                          <a:spcPct val="106000"/>
                        </a:lnSpc>
                        <a:spcAft>
                          <a:spcPts val="0"/>
                        </a:spcAft>
                      </a:pPr>
                      <a:r>
                        <a:rPr sz="1100" b="0">
                          <a:solidFill>
                            <a:srgbClr val="333333"/>
                          </a:solidFill>
                          <a:latin typeface="Fira Code"/>
                        </a:rPr>
                        <a:t>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AC_AttitudeControl::input_euler_angle_roll_pitch_yaw_cd()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AC_AttitudeControl::input_euler_angle_roll_pitch_yaw_cd(float</a:t>
                      </a:r>
                    </a:p>
                    <a:p>
                      <a:pPr algn="l">
                        <a:lnSpc>
                          <a:spcPct val="106000"/>
                        </a:lnSpc>
                        <a:spcAft>
                          <a:spcPts val="0"/>
                        </a:spcAft>
                      </a:pPr>
                      <a:r>
                        <a:rPr sz="1100" b="0">
                          <a:solidFill>
                            <a:srgbClr val="333333"/>
                          </a:solidFill>
                          <a:latin typeface="Fira Code"/>
                        </a:rPr>
                        <a:t>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from centidegrees on public interface to radians</a:t>
                      </a:r>
                    </a:p>
                    <a:p>
                      <a:pPr algn="l">
                        <a:lnSpc>
                          <a:spcPct val="106000"/>
                        </a:lnSpc>
                        <a:spcAft>
                          <a:spcPts val="0"/>
                        </a:spcAft>
                      </a:pPr>
                      <a:r>
                        <a:rPr sz="1100" b="0">
                          <a:solidFill>
                            <a:srgbClr val="333333"/>
                          </a:solidFill>
                          <a:latin typeface="Fira Code"/>
                        </a:rPr>
                        <a:t>const float euler_roll_angle_rad = cd_to_rad(euler_roll_angle_cd);</a:t>
                      </a:r>
                    </a:p>
                    <a:p>
                      <a:pPr algn="l">
                        <a:lnSpc>
                          <a:spcPct val="106000"/>
                        </a:lnSpc>
                        <a:spcAft>
                          <a:spcPts val="0"/>
                        </a:spcAft>
                      </a:pPr>
                      <a:r>
                        <a:rPr sz="1100" b="0">
                          <a:solidFill>
                            <a:srgbClr val="333333"/>
                          </a:solidFill>
                          <a:latin typeface="Fira Code"/>
                        </a:rPr>
                        <a:t>const float euler_pitch_angle_rad = cd_to_rad(euler_pitch_angle_cd);</a:t>
                      </a:r>
                    </a:p>
                    <a:p>
                      <a:pPr algn="l">
                        <a:lnSpc>
                          <a:spcPct val="106000"/>
                        </a:lnSpc>
                        <a:spcAft>
                          <a:spcPts val="0"/>
                        </a:spcAft>
                      </a:pPr>
                      <a:r>
                        <a:rPr sz="1100" b="0">
                          <a:solidFill>
                            <a:srgbClr val="333333"/>
                          </a:solidFill>
                          <a:latin typeface="Fira Code"/>
                        </a:rPr>
                        <a:t>const float euler_yaw_angle_rad = cd_to_rad(euler_yaw_angle_cd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libraries/AP_HAL/system.h</a:t>
                      </a:r>
                      <a:r>
                        <a:rPr sz="1100" b="0">
                          <a:solidFill>
                            <a:srgbClr val="999999"/>
                          </a:solidFill>
                          <a:latin typeface="Fira Code"/>
                        </a:rPr>
                        <a:t>  ·  </a:t>
                      </a:r>
                      <a:r>
                        <a:rPr sz="1100" b="0">
                          <a:solidFill>
                            <a:srgbClr val="999999"/>
                          </a:solidFill>
                          <a:latin typeface="Fira Code"/>
                        </a:rPr>
                        <a:t>15-20</a:t>
                      </a:r>
                      <a:r>
                        <a:rPr sz="1100" b="0">
                          <a:solidFill>
                            <a:srgbClr val="999999"/>
                          </a:solidFill>
                          <a:latin typeface="Fira Code"/>
                        </a:rPr>
                        <a:t>  ·  </a:t>
                      </a:r>
                      <a:r>
                        <a:rPr sz="1100" b="0">
                          <a:solidFill>
                            <a:srgbClr val="999999"/>
                          </a:solidFill>
                          <a:latin typeface="Fira Code"/>
                        </a:rPr>
                        <a:t>AP_HAL::micros()/millis()/micros64()/millis64()</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libraries/AP_RTC/AP_RTC.h</a:t>
                      </a:r>
                      <a:r>
                        <a:rPr sz="1100" b="0">
                          <a:solidFill>
                            <a:srgbClr val="999999"/>
                          </a:solidFill>
                          <a:latin typeface="Fira Code"/>
                        </a:rPr>
                        <a:t>  ·  </a:t>
                      </a:r>
                      <a:r>
                        <a:rPr sz="1100" b="0">
                          <a:solidFill>
                            <a:srgbClr val="999999"/>
                          </a:solidFill>
                          <a:latin typeface="Fira Code"/>
                        </a:rPr>
                        <a:t>32-40</a:t>
                      </a:r>
                      <a:r>
                        <a:rPr sz="1100" b="0">
                          <a:solidFill>
                            <a:srgbClr val="999999"/>
                          </a:solidFill>
                          <a:latin typeface="Fira Code"/>
                        </a:rPr>
                        <a:t>  ·  </a:t>
                      </a:r>
                      <a:r>
                        <a:rPr sz="1100" b="0">
                          <a:solidFill>
                            <a:srgbClr val="999999"/>
                          </a:solidFill>
                          <a:latin typeface="Fira Code"/>
                        </a:rPr>
                        <a:t>AP_RTC::get_utc_usec()</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get clock in UTC microseconds.  Returns false if it is not available.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bool get_utc_usec(uint64_t &amp;usec)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set the system time.  If the time has already been set by</a:t>
                      </a:r>
                    </a:p>
                    <a:p>
                      <a:pPr algn="l">
                        <a:lnSpc>
                          <a:spcPct val="106000"/>
                        </a:lnSpc>
                        <a:spcAft>
                          <a:spcPts val="0"/>
                        </a:spcAft>
                      </a:pPr>
                      <a:r>
                        <a:rPr sz="1100" b="0">
                          <a:solidFill>
                            <a:srgbClr val="333333"/>
                          </a:solidFill>
                          <a:latin typeface="Fira Code"/>
                        </a:rPr>
                        <a:t>    // something better (according to source_type), this set will be</a:t>
                      </a:r>
                    </a:p>
                    <a:p>
                      <a:pPr algn="l">
                        <a:lnSpc>
                          <a:spcPct val="106000"/>
                        </a:lnSpc>
                        <a:spcAft>
                          <a:spcPts val="0"/>
                        </a:spcAft>
                      </a:pPr>
                      <a:r>
                        <a:rPr sz="1100" b="0">
                          <a:solidFill>
                            <a:srgbClr val="333333"/>
                          </a:solidFill>
                          <a:latin typeface="Fira Code"/>
                        </a:rPr>
                        <a:t>    // ignored.</a:t>
                      </a:r>
                    </a:p>
                    <a:p>
                      <a:pPr algn="l">
                        <a:lnSpc>
                          <a:spcPct val="106000"/>
                        </a:lnSpc>
                        <a:spcAft>
                          <a:spcPts val="0"/>
                        </a:spcAft>
                      </a:pPr>
                      <a:r>
                        <a:rPr sz="1100" b="0">
                          <a:solidFill>
                            <a:srgbClr val="333333"/>
                          </a:solidFill>
                          <a:latin typeface="Fira Code"/>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libraries/AP_RTC/AP_RTC.cpp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AP_RTC::set_utc_usec()</a:t>
                      </a:r>
                    </a:p>
                    <a:p>
                      <a:pPr algn="l">
                        <a:lnSpc>
                          <a:spcPct val="106000"/>
                        </a:lnSpc>
                        <a:spcAft>
                          <a:spcPts val="0"/>
                        </a:spcAft>
                      </a:pPr>
                      <a:r>
                        <a:rPr sz="1100" b="0">
                          <a:solidFill>
                            <a:srgbClr val="333333"/>
                          </a:solidFill>
                          <a:latin typeface="Fira Code"/>
                        </a:rPr>
                        <a:t>    // only allow time to be moved forward from the same sourcetype</a:t>
                      </a:r>
                    </a:p>
                    <a:p>
                      <a:pPr algn="l">
                        <a:lnSpc>
                          <a:spcPct val="106000"/>
                        </a:lnSpc>
                        <a:spcAft>
                          <a:spcPts val="0"/>
                        </a:spcAft>
                      </a:pPr>
                      <a:r>
                        <a:rPr sz="1100" b="0">
                          <a:solidFill>
                            <a:srgbClr val="333333"/>
                          </a:solidFill>
                          <a:latin typeface="Fira Code"/>
                        </a:rPr>
                        <a:t>    // while the vehicle is disarmed:</a:t>
                      </a:r>
                    </a:p>
                    <a:p>
                      <a:pPr algn="l">
                        <a:lnSpc>
                          <a:spcPct val="106000"/>
                        </a:lnSpc>
                        <a:spcAft>
                          <a:spcPts val="0"/>
                        </a:spcAft>
                      </a:pPr>
                      <a:r>
                        <a:rPr sz="1100" b="0">
                          <a:solidFill>
                            <a:srgbClr val="333333"/>
                          </a:solidFill>
                          <a:latin typeface="Fira Code"/>
                        </a:rPr>
                        <a:t>    if (hal.util-&gt;get_soft_armed()) {</a:t>
                      </a:r>
                    </a:p>
                    <a:p>
                      <a:pPr algn="l">
                        <a:lnSpc>
                          <a:spcPct val="106000"/>
                        </a:lnSpc>
                        <a:spcAft>
                          <a:spcPts val="0"/>
                        </a:spcAft>
                      </a:pPr>
                      <a:r>
                        <a:rPr sz="1100" b="0">
                          <a:solidFill>
                            <a:srgbClr val="333333"/>
                          </a:solidFill>
                          <a:latin typeface="Fira Code"/>
                        </a:rPr>
                        <a:t>        if (type &gt;= rtc_source_type) {</a:t>
                      </a:r>
                    </a:p>
                    <a:p>
                      <a:pPr algn="l">
                        <a:lnSpc>
                          <a:spcPct val="106000"/>
                        </a:lnSpc>
                        <a:spcAft>
                          <a:spcPts val="0"/>
                        </a:spcAft>
                      </a:pPr>
                      <a:r>
                        <a:rPr sz="1100" b="0">
                          <a:solidFill>
                            <a:srgbClr val="333333"/>
                          </a:solidFill>
                          <a:latin typeface="Fira Code"/>
                        </a:rPr>
                        <a:t>            // e.g. system-time message when we've been set by the GPS</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 vehicle is disarmed; accept (e.g.) GPS time source updates</a:t>
                      </a:r>
                    </a:p>
                    <a:p>
                      <a:pPr algn="l">
                        <a:lnSpc>
                          <a:spcPct val="106000"/>
                        </a:lnSpc>
                        <a:spcAft>
                          <a:spcPts val="0"/>
                        </a:spcAft>
                      </a:pPr>
                      <a:r>
                        <a:rPr sz="1100" b="0">
                          <a:solidFill>
                            <a:srgbClr val="333333"/>
                          </a:solidFill>
                          <a:latin typeface="Fira Code"/>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libraries/AP_RTC/JitterCorrection.cpp</a:t>
                      </a:r>
                      <a:r>
                        <a:rPr sz="1100" b="0">
                          <a:solidFill>
                            <a:srgbClr val="999999"/>
                          </a:solidFill>
                          <a:latin typeface="Fira Code"/>
                        </a:rPr>
                        <a:t>  ·  </a:t>
                      </a:r>
                      <a:r>
                        <a:rPr sz="1100" b="0">
                          <a:solidFill>
                            <a:srgbClr val="999999"/>
                          </a:solidFill>
                          <a:latin typeface="Fira Code"/>
                        </a:rPr>
                        <a:t>50-58</a:t>
                      </a:r>
                      <a:r>
                        <a:rPr sz="1100" b="0">
                          <a:solidFill>
                            <a:srgbClr val="999999"/>
                          </a:solidFill>
                          <a:latin typeface="Fira Code"/>
                        </a:rPr>
                        <a:t>  ·  </a:t>
                      </a:r>
                      <a:r>
                        <a:rPr sz="1100" b="0">
                          <a:solidFill>
                            <a:srgbClr val="999999"/>
                          </a:solidFill>
                          <a:latin typeface="Fira Code"/>
                        </a:rPr>
                        <a:t>JitterCorrection::correct_offboard_timestamp_usec()</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int64_t diff_us = int64_t(local_usec) - int64_t(offboard_usec);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(!initialised ||</a:t>
                      </a:r>
                    </a:p>
                    <a:p>
                      <a:pPr algn="l">
                        <a:lnSpc>
                          <a:spcPct val="106000"/>
                        </a:lnSpc>
                        <a:spcAft>
                          <a:spcPts val="0"/>
                        </a:spcAft>
                      </a:pPr>
                      <a:r>
                        <a:rPr sz="1100" b="0">
                          <a:solidFill>
                            <a:srgbClr val="333333"/>
                          </a:solidFill>
                          <a:latin typeface="Fira Code"/>
                        </a:rPr>
                        <a:t>        diff_us &lt; link_offset_usec) {</a:t>
                      </a:r>
                    </a:p>
                    <a:p>
                      <a:pPr algn="l">
                        <a:lnSpc>
                          <a:spcPct val="106000"/>
                        </a:lnSpc>
                        <a:spcAft>
                          <a:spcPts val="0"/>
                        </a:spcAft>
                      </a:pPr>
                      <a:r>
                        <a:rPr sz="1100" b="0">
                          <a:solidFill>
                            <a:srgbClr val="333333"/>
                          </a:solidFill>
                          <a:latin typeface="Fira Code"/>
                        </a:rPr>
                        <a:t>        // this message arrived from the remote system with a</a:t>
                      </a:r>
                    </a:p>
                    <a:p>
                      <a:pPr algn="l">
                        <a:lnSpc>
                          <a:spcPct val="106000"/>
                        </a:lnSpc>
                        <a:spcAft>
                          <a:spcPts val="0"/>
                        </a:spcAft>
                      </a:pPr>
                      <a:r>
                        <a:rPr sz="1100" b="0">
                          <a:solidFill>
                            <a:srgbClr val="333333"/>
                          </a:solidFill>
                          <a:latin typeface="Fira Code"/>
                        </a:rPr>
                        <a:t>        // timestamp that would imply the message was from the</a:t>
                      </a:r>
                    </a:p>
                    <a:p>
                      <a:pPr algn="l">
                        <a:lnSpc>
                          <a:spcPct val="106000"/>
                        </a:lnSpc>
                        <a:spcAft>
                          <a:spcPts val="0"/>
                        </a:spcAft>
                      </a:pPr>
                      <a:r>
                        <a:rPr sz="1100" b="0">
                          <a:solidFill>
                            <a:srgbClr val="333333"/>
                          </a:solidFill>
                          <a:latin typeface="Fira Code"/>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354-363</a:t>
                      </a:r>
                      <a:r>
                        <a:rPr sz="1100" b="0">
                          <a:solidFill>
                            <a:srgbClr val="999999"/>
                          </a:solidFill>
                          <a:latin typeface="Fira Code"/>
                        </a:rPr>
                        <a:t>  ·  </a:t>
                      </a:r>
                      <a:r>
                        <a:rPr sz="1100" b="0">
                          <a:solidFill>
                            <a:srgbClr val="999999"/>
                          </a:solidFill>
                          <a:latin typeface="Fira Code"/>
                        </a:rPr>
                        <a:t>AP_Scheduler::loop()</a:t>
                      </a:r>
                    </a:p>
                    <a:p>
                      <a:pPr algn="l">
                        <a:lnSpc>
                          <a:spcPct val="106000"/>
                        </a:lnSpc>
                        <a:spcAft>
                          <a:spcPts val="0"/>
                        </a:spcAft>
                      </a:pPr>
                      <a:r>
                        <a:rPr sz="1100" b="0">
                          <a:solidFill>
                            <a:srgbClr val="333333"/>
                          </a:solidFill>
                          <a:latin typeface="Fira Code"/>
                        </a:rPr>
                        <a:t>    hal.util-&gt;persistent_data.scheduler_task = -1;</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_loop_sample_time_us = AP_HAL::micros64();</a:t>
                      </a:r>
                    </a:p>
                    <a:p>
                      <a:pPr algn="l">
                        <a:lnSpc>
                          <a:spcPct val="106000"/>
                        </a:lnSpc>
                        <a:spcAft>
                          <a:spcPts val="0"/>
                        </a:spcAft>
                      </a:pPr>
                      <a:r>
                        <a:rPr sz="1100" b="0">
                          <a:solidFill>
                            <a:srgbClr val="333333"/>
                          </a:solidFill>
                          <a:latin typeface="Fira Code"/>
                        </a:rPr>
                        <a:t>    const uint32_t sample_time_us = uint32_t(_loop_sample_time_us);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if (_loop_timer_start_us == 0) {</a:t>
                      </a:r>
                    </a:p>
                    <a:p>
                      <a:pPr algn="l">
                        <a:lnSpc>
                          <a:spcPct val="106000"/>
                        </a:lnSpc>
                        <a:spcAft>
                          <a:spcPts val="0"/>
                        </a:spcAft>
                      </a:pPr>
                      <a:r>
                        <a:rPr sz="1100" b="0">
                          <a:solidFill>
                            <a:srgbClr val="333333"/>
                          </a:solidFill>
                          <a:latin typeface="Fira Code"/>
                        </a:rPr>
                        <a:t>        _loop_timer_start_us = sample_time_us;</a:t>
                      </a:r>
                    </a:p>
                    <a:p>
                      <a:pPr algn="l">
                        <a:lnSpc>
                          <a:spcPct val="106000"/>
                        </a:lnSpc>
                        <a:spcAft>
                          <a:spcPts val="0"/>
                        </a:spcAft>
                      </a:pPr>
                      <a:r>
                        <a:rPr sz="1100" b="0">
                          <a:solidFill>
                            <a:srgbClr val="333333"/>
                          </a:solidFill>
                          <a:latin typeface="Fira Code"/>
                        </a:rPr>
                        <a:t>        _last_loop_time_s = get_loop_period_s();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168-176</a:t>
                      </a:r>
                      <a:r>
                        <a:rPr sz="1100" b="0">
                          <a:solidFill>
                            <a:srgbClr val="999999"/>
                          </a:solidFill>
                          <a:latin typeface="Fira Code"/>
                        </a:rPr>
                        <a:t>  ·  </a:t>
                      </a:r>
                      <a:r>
                        <a:rPr sz="1100" b="0">
                          <a:solidFill>
                            <a:srgbClr val="999999"/>
                          </a:solidFill>
                          <a:latin typeface="Fira Code"/>
                        </a:rPr>
                        <a:t>AP_Scheduler::tick()</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_tick_counter++;</a:t>
                      </a:r>
                    </a:p>
                    <a:p>
                      <a:pPr algn="l">
                        <a:lnSpc>
                          <a:spcPct val="106000"/>
                        </a:lnSpc>
                        <a:spcAft>
                          <a:spcPts val="0"/>
                        </a:spcAft>
                      </a:pPr>
                      <a:r>
                        <a:rPr sz="1100" b="0">
                          <a:solidFill>
                            <a:srgbClr val="333333"/>
                          </a:solidFill>
                          <a:latin typeface="Fira Code"/>
                        </a:rPr>
                        <a:t>    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libraries/AP_Scheduler/AP_Scheduler.h</a:t>
                      </a:r>
                      <a:r>
                        <a:rPr sz="1100" b="0">
                          <a:solidFill>
                            <a:srgbClr val="999999"/>
                          </a:solidFill>
                          <a:latin typeface="Fira Code"/>
                        </a:rPr>
                        <a:t>  ·  </a:t>
                      </a:r>
                      <a:r>
                        <a:rPr sz="1100" b="0">
                          <a:solidFill>
                            <a:srgbClr val="999999"/>
                          </a:solidFill>
                          <a:latin typeface="Fira Code"/>
                        </a:rPr>
                        <a:t>149-155</a:t>
                      </a:r>
                      <a:r>
                        <a:rPr sz="1100" b="0">
                          <a:solidFill>
                            <a:srgbClr val="999999"/>
                          </a:solidFill>
                          <a:latin typeface="Fira Code"/>
                        </a:rPr>
                        <a:t>  ·  </a:t>
                      </a:r>
                      <a:r>
                        <a:rPr sz="1100" b="0">
                          <a:solidFill>
                            <a:srgbClr val="999999"/>
                          </a:solidFill>
                          <a:latin typeface="Fira Code"/>
                        </a:rPr>
                        <a:t>AP_Scheduler::get_loop_period_us()</a:t>
                      </a:r>
                    </a:p>
                    <a:p>
                      <a:pPr algn="l">
                        <a:lnSpc>
                          <a:spcPct val="106000"/>
                        </a:lnSpc>
                        <a:spcAft>
                          <a:spcPts val="0"/>
                        </a:spcAft>
                      </a:pPr>
                      <a:r>
                        <a:rPr sz="1100" b="0">
                          <a:solidFill>
                            <a:srgbClr val="333333"/>
                          </a:solidFill>
                          <a:latin typeface="Fira Code"/>
                        </a:rPr>
                        <a:t>    // get the time-allowed-per-loop in microseconds</a:t>
                      </a:r>
                    </a:p>
                    <a:p>
                      <a:pPr algn="l">
                        <a:lnSpc>
                          <a:spcPct val="106000"/>
                        </a:lnSpc>
                        <a:spcAft>
                          <a:spcPts val="0"/>
                        </a:spcAft>
                      </a:pPr>
                      <a:r>
                        <a:rPr sz="1100" b="0">
                          <a:solidFill>
                            <a:srgbClr val="333333"/>
                          </a:solidFill>
                          <a:latin typeface="Fira Code"/>
                        </a:rPr>
                        <a:t>    uint32_t get_loop_period_us() {</a:t>
                      </a:r>
                    </a:p>
                    <a:p>
                      <a:pPr algn="l">
                        <a:lnSpc>
                          <a:spcPct val="106000"/>
                        </a:lnSpc>
                        <a:spcAft>
                          <a:spcPts val="0"/>
                        </a:spcAft>
                      </a:pPr>
                      <a:r>
                        <a:rPr sz="1100" b="0">
                          <a:solidFill>
                            <a:srgbClr val="333333"/>
                          </a:solidFill>
                          <a:latin typeface="Fira Code"/>
                        </a:rPr>
                        <a:t>        if (_loop_period_us == 0) {</a:t>
                      </a:r>
                    </a:p>
                    <a:p>
                      <a:pPr algn="l">
                        <a:lnSpc>
                          <a:spcPct val="106000"/>
                        </a:lnSpc>
                        <a:spcAft>
                          <a:spcPts val="0"/>
                        </a:spcAft>
                      </a:pPr>
                      <a:r>
                        <a:rPr sz="1100" b="0">
                          <a:solidFill>
                            <a:srgbClr val="333333"/>
                          </a:solidFill>
                          <a:latin typeface="Fira Code"/>
                        </a:rPr>
                        <a:t>            _loop_period_us = 1000000UL / _loop_rate_hz;</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return _loop_period_us;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409-418</a:t>
                      </a:r>
                      <a:r>
                        <a:rPr sz="1100" b="0">
                          <a:solidFill>
                            <a:srgbClr val="999999"/>
                          </a:solidFill>
                          <a:latin typeface="Fira Code"/>
                        </a:rPr>
                        <a:t>  ·  </a:t>
                      </a:r>
                      <a:r>
                        <a:rPr sz="1100" b="0">
                          <a:solidFill>
                            <a:srgbClr val="999999"/>
                          </a:solidFill>
                          <a:latin typeface="Fira Code"/>
                        </a:rPr>
                        <a:t>AP_GPS::time_week_ms()/time_week()</a:t>
                      </a:r>
                    </a:p>
                    <a:p>
                      <a:pPr algn="l">
                        <a:lnSpc>
                          <a:spcPct val="106000"/>
                        </a:lnSpc>
                        <a:spcAft>
                          <a:spcPts val="0"/>
                        </a:spcAft>
                      </a:pPr>
                      <a:r>
                        <a:rPr sz="1100" b="0">
                          <a:solidFill>
                            <a:srgbClr val="333333"/>
                          </a:solidFill>
                          <a:latin typeface="Fira Code"/>
                        </a:rPr>
                        <a:t>    // GPS time of week in milliseconds</a:t>
                      </a:r>
                    </a:p>
                    <a:p>
                      <a:pPr algn="l">
                        <a:lnSpc>
                          <a:spcPct val="106000"/>
                        </a:lnSpc>
                        <a:spcAft>
                          <a:spcPts val="0"/>
                        </a:spcAft>
                      </a:pPr>
                      <a:r>
                        <a:rPr sz="1100" b="0">
                          <a:solidFill>
                            <a:srgbClr val="333333"/>
                          </a:solidFill>
                          <a:latin typeface="Fira Code"/>
                        </a:rPr>
                        <a:t>    uint32_t time_week_ms(uint8_t instance) const {</a:t>
                      </a:r>
                    </a:p>
                    <a:p>
                      <a:pPr algn="l">
                        <a:lnSpc>
                          <a:spcPct val="106000"/>
                        </a:lnSpc>
                        <a:spcAft>
                          <a:spcPts val="0"/>
                        </a:spcAft>
                      </a:pPr>
                      <a:r>
                        <a:rPr sz="1100" b="0">
                          <a:solidFill>
                            <a:srgbClr val="333333"/>
                          </a:solidFill>
                          <a:latin typeface="Fira Code"/>
                        </a:rPr>
                        <a:t>        return state[instance].time_week_ms;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uint32_t time_week_ms() const {</a:t>
                      </a:r>
                    </a:p>
                    <a:p>
                      <a:pPr algn="l">
                        <a:lnSpc>
                          <a:spcPct val="106000"/>
                        </a:lnSpc>
                        <a:spcAft>
                          <a:spcPts val="0"/>
                        </a:spcAft>
                      </a:pPr>
                      <a:r>
                        <a:rPr sz="1100" b="0">
                          <a:solidFill>
                            <a:srgbClr val="333333"/>
                          </a:solidFill>
                          <a:latin typeface="Fira Code"/>
                        </a:rPr>
                        <a:t>        return time_week_ms(primary_instance);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GPS week</a:t>
                      </a:r>
                    </a:p>
                    <a:p>
                      <a:pPr algn="l">
                        <a:lnSpc>
                          <a:spcPct val="106000"/>
                        </a:lnSpc>
                        <a:spcAft>
                          <a:spcPts val="0"/>
                        </a:spcAft>
                      </a:pPr>
                      <a:r>
                        <a:rPr sz="1100" b="0">
                          <a:solidFill>
                            <a:srgbClr val="333333"/>
                          </a:solidFill>
                          <a:latin typeface="Fira Code"/>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libraries/AP_HAL/Scheduler.h</a:t>
                      </a:r>
                      <a:r>
                        <a:rPr sz="1100" b="0">
                          <a:solidFill>
                            <a:srgbClr val="999999"/>
                          </a:solidFill>
                          <a:latin typeface="Fira Code"/>
                        </a:rPr>
                        <a:t>  ·  </a:t>
                      </a:r>
                      <a:r>
                        <a:rPr sz="1100" b="0">
                          <a:solidFill>
                            <a:srgbClr val="999999"/>
                          </a:solidFill>
                          <a:latin typeface="Fira Code"/>
                        </a:rPr>
                        <a:t>13-21</a:t>
                      </a:r>
                      <a:r>
                        <a:rPr sz="1100" b="0">
                          <a:solidFill>
                            <a:srgbClr val="999999"/>
                          </a:solidFill>
                          <a:latin typeface="Fira Code"/>
                        </a:rPr>
                        <a:t>  ·  </a:t>
                      </a:r>
                      <a:r>
                        <a:rPr sz="1100" b="0">
                          <a:solidFill>
                            <a:srgbClr val="999999"/>
                          </a:solidFill>
                          <a:latin typeface="Fira Code"/>
                        </a:rPr>
                        <a:t>AP_HAL::Scheduler::delay()/delay_microseconds()</a:t>
                      </a:r>
                    </a:p>
                    <a:p>
                      <a:pPr algn="l">
                        <a:lnSpc>
                          <a:spcPct val="106000"/>
                        </a:lnSpc>
                        <a:spcAft>
                          <a:spcPts val="0"/>
                        </a:spcAft>
                      </a:pPr>
                      <a:r>
                        <a:rPr sz="1100" b="0">
                          <a:solidFill>
                            <a:srgbClr val="333333"/>
                          </a:solidFill>
                          <a:latin typeface="Fira Code"/>
                        </a:rPr>
                        <a:t>    Scheduler() {}</a:t>
                      </a:r>
                    </a:p>
                    <a:p>
                      <a:pPr algn="l">
                        <a:lnSpc>
                          <a:spcPct val="106000"/>
                        </a:lnSpc>
                        <a:spcAft>
                          <a:spcPts val="0"/>
                        </a:spcAft>
                      </a:pPr>
                      <a:r>
                        <a:rPr sz="1100" b="0">
                          <a:solidFill>
                            <a:srgbClr val="333333"/>
                          </a:solidFill>
                          <a:latin typeface="Fira Code"/>
                        </a:rPr>
                        <a:t>    virtual void     init() = 0;</a:t>
                      </a:r>
                    </a:p>
                    <a:p>
                      <a:pPr algn="l">
                        <a:lnSpc>
                          <a:spcPct val="106000"/>
                        </a:lnSpc>
                        <a:spcAft>
                          <a:spcPts val="0"/>
                        </a:spcAft>
                      </a:pPr>
                      <a:r>
                        <a:rPr sz="1100" b="0">
                          <a:solidFill>
                            <a:srgbClr val="333333"/>
                          </a:solidFill>
                          <a:latin typeface="Fira Code"/>
                        </a:rPr>
                        <a:t>    virtual void     delay(uint16_t ms) = 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delay for the given number of microseconds. This needs to be as</a:t>
                      </a:r>
                    </a:p>
                    <a:p>
                      <a:pPr algn="l">
                        <a:lnSpc>
                          <a:spcPct val="106000"/>
                        </a:lnSpc>
                        <a:spcAft>
                          <a:spcPts val="0"/>
                        </a:spcAft>
                      </a:pPr>
                      <a:r>
                        <a:rPr sz="1100" b="0">
                          <a:solidFill>
                            <a:srgbClr val="333333"/>
                          </a:solidFill>
                          <a:latin typeface="Fira Code"/>
                        </a:rPr>
                        <a:t>      accurate as possible - preferably within 100 microseconds.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AP_HAL::micros() / millis()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AP_RTC::get_utc_usec() — via AP::rtc()</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AP_Scheduler::Log_Write_Performance()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uint64_t rtc = 0;</a:t>
                      </a:r>
                    </a:p>
                    <a:p>
                      <a:pPr algn="l">
                        <a:lnSpc>
                          <a:spcPct val="106000"/>
                        </a:lnSpc>
                        <a:spcAft>
                          <a:spcPts val="0"/>
                        </a:spcAft>
                      </a:pPr>
                      <a:r>
                        <a:rPr sz="1100" b="0">
                          <a:solidFill>
                            <a:srgbClr val="333333"/>
                          </a:solidFill>
                          <a:latin typeface="Fira Code"/>
                        </a:rPr>
                        <a:t>#if AP_RTC_ENABLED</a:t>
                      </a:r>
                    </a:p>
                    <a:p>
                      <a:pPr algn="l">
                        <a:lnSpc>
                          <a:spcPct val="106000"/>
                        </a:lnSpc>
                        <a:spcAft>
                          <a:spcPts val="0"/>
                        </a:spcAft>
                      </a:pPr>
                      <a:r>
                        <a:rPr sz="1100" b="0">
                          <a:solidFill>
                            <a:srgbClr val="333333"/>
                          </a:solidFill>
                          <a:latin typeface="Fira Code"/>
                        </a:rPr>
                        <a:t>UNUSED_RESULT(AP::rtc().get_utc_usec(rtc));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const AP_HAL::Util::PersistentData &amp;pd = hal.util-&gt;persistent_data;</a:t>
                      </a:r>
                    </a:p>
                    <a:p>
                      <a:pPr algn="l">
                        <a:lnSpc>
                          <a:spcPct val="106000"/>
                        </a:lnSpc>
                        <a:spcAft>
                          <a:spcPts val="0"/>
                        </a:spcAft>
                      </a:pPr>
                      <a:r>
                        <a:rPr sz="1100" b="0">
                          <a:solidFill>
                            <a:srgbClr val="333333"/>
                          </a:solidFill>
                          <a:latin typeface="Fira Code"/>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AP_RTC::set_utc_usec() (source arbitration)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only allow time to be moved forward from the same sourcetype</a:t>
                      </a:r>
                    </a:p>
                    <a:p>
                      <a:pPr algn="l">
                        <a:lnSpc>
                          <a:spcPct val="106000"/>
                        </a:lnSpc>
                        <a:spcAft>
                          <a:spcPts val="0"/>
                        </a:spcAft>
                      </a:pPr>
                      <a:r>
                        <a:rPr sz="1100" b="0">
                          <a:solidFill>
                            <a:srgbClr val="333333"/>
                          </a:solidFill>
                          <a:latin typeface="Fira Code"/>
                        </a:rPr>
                        <a:t>// while the vehicle is disarmed:</a:t>
                      </a:r>
                    </a:p>
                    <a:p>
                      <a:pPr algn="l">
                        <a:lnSpc>
                          <a:spcPct val="106000"/>
                        </a:lnSpc>
                        <a:spcAft>
                          <a:spcPts val="0"/>
                        </a:spcAft>
                      </a:pPr>
                      <a:r>
                        <a:rPr sz="1100" b="0">
                          <a:solidFill>
                            <a:srgbClr val="333333"/>
                          </a:solidFill>
                          <a:latin typeface="Fira Code"/>
                        </a:rPr>
                        <a:t>if (hal.util-&gt;get_soft_armed()) {</a:t>
                      </a:r>
                    </a:p>
                    <a:p>
                      <a:pPr algn="l">
                        <a:lnSpc>
                          <a:spcPct val="106000"/>
                        </a:lnSpc>
                        <a:spcAft>
                          <a:spcPts val="0"/>
                        </a:spcAft>
                      </a:pPr>
                      <a:r>
                        <a:rPr sz="1100" b="0">
                          <a:solidFill>
                            <a:srgbClr val="333333"/>
                          </a:solidFill>
                          <a:latin typeface="Fira Code"/>
                        </a:rPr>
                        <a:t>if (type &gt;= rtc_source_type) {</a:t>
                      </a:r>
                    </a:p>
                    <a:p>
                      <a:pPr algn="l">
                        <a:lnSpc>
                          <a:spcPct val="106000"/>
                        </a:lnSpc>
                        <a:spcAft>
                          <a:spcPts val="0"/>
                        </a:spcAft>
                      </a:pPr>
                      <a:r>
                        <a:rPr sz="1100" b="0">
                          <a:solidFill>
                            <a:srgbClr val="333333"/>
                          </a:solidFill>
                          <a:latin typeface="Fira Code"/>
                        </a:rPr>
                        <a:t>// e.g. system-time message when we've been set by the</a:t>
                      </a:r>
                    </a:p>
                    <a:p>
                      <a:pPr algn="l">
                        <a:lnSpc>
                          <a:spcPct val="106000"/>
                        </a:lnSpc>
                        <a:spcAft>
                          <a:spcPts val="0"/>
                        </a:spcAft>
                      </a:pPr>
                      <a:r>
                        <a:rPr sz="1100" b="0">
                          <a:solidFill>
                            <a:srgbClr val="333333"/>
                          </a:solidFill>
                          <a:latin typeface="Fira Code"/>
                        </a:rPr>
                        <a:t>GPS</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 vehicle is disarmed; accept (e.g.) GPS time source updates</a:t>
                      </a:r>
                    </a:p>
                    <a:p>
                      <a:pPr algn="l">
                        <a:lnSpc>
                          <a:spcPct val="106000"/>
                        </a:lnSpc>
                        <a:spcAft>
                          <a:spcPts val="0"/>
                        </a:spcAft>
                      </a:pPr>
                      <a:r>
                        <a:rPr sz="1100" b="0">
                          <a:solidFill>
                            <a:srgbClr val="333333"/>
                          </a:solidFill>
                          <a:latin typeface="Fira Code"/>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JitterCorrection::correct_offboard_timestamp_usec()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int64_t diff_us = int64_t(local_usec) - int64_t(offboard_usec)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(!initialised ||</a:t>
                      </a:r>
                    </a:p>
                    <a:p>
                      <a:pPr algn="l">
                        <a:lnSpc>
                          <a:spcPct val="106000"/>
                        </a:lnSpc>
                        <a:spcAft>
                          <a:spcPts val="0"/>
                        </a:spcAft>
                      </a:pPr>
                      <a:r>
                        <a:rPr sz="1100" b="0">
                          <a:solidFill>
                            <a:srgbClr val="333333"/>
                          </a:solidFill>
                          <a:latin typeface="Fira Code"/>
                        </a:rPr>
                        <a:t>diff_us &lt; link_offset_usec) {</a:t>
                      </a:r>
                    </a:p>
                    <a:p>
                      <a:pPr algn="l">
                        <a:lnSpc>
                          <a:spcPct val="106000"/>
                        </a:lnSpc>
                        <a:spcAft>
                          <a:spcPts val="0"/>
                        </a:spcAft>
                      </a:pPr>
                      <a:r>
                        <a:rPr sz="1100" b="0">
                          <a:solidFill>
                            <a:srgbClr val="333333"/>
                          </a:solidFill>
                          <a:latin typeface="Fira Code"/>
                        </a:rPr>
                        <a:t>// this message arrived from the remote system with a</a:t>
                      </a:r>
                    </a:p>
                    <a:p>
                      <a:pPr algn="l">
                        <a:lnSpc>
                          <a:spcPct val="106000"/>
                        </a:lnSpc>
                        <a:spcAft>
                          <a:spcPts val="0"/>
                        </a:spcAft>
                      </a:pPr>
                      <a:r>
                        <a:rPr sz="1100" b="0">
                          <a:solidFill>
                            <a:srgbClr val="333333"/>
                          </a:solidFill>
                          <a:latin typeface="Fira Code"/>
                        </a:rPr>
                        <a:t>// timestamp that would imply the message was from the</a:t>
                      </a:r>
                    </a:p>
                    <a:p>
                      <a:pPr algn="l">
                        <a:lnSpc>
                          <a:spcPct val="106000"/>
                        </a:lnSpc>
                        <a:spcAft>
                          <a:spcPts val="0"/>
                        </a:spcAft>
                      </a:pPr>
                      <a:r>
                        <a:rPr sz="1100" b="0">
                          <a:solidFill>
                            <a:srgbClr val="333333"/>
                          </a:solidFill>
                          <a:latin typeface="Fira Code"/>
                        </a:rPr>
                        <a:t>// future. We know that isn't possible, so we adjust down</a:t>
                      </a:r>
                    </a:p>
                    <a:p>
                      <a:pPr algn="l">
                        <a:lnSpc>
                          <a:spcPct val="106000"/>
                        </a:lnSpc>
                        <a:spcAft>
                          <a:spcPts val="0"/>
                        </a:spcAft>
                      </a:pPr>
                      <a:r>
                        <a:rPr sz="1100" b="0">
                          <a:solidFill>
                            <a:srgbClr val="333333"/>
                          </a:solidFill>
                          <a:latin typeface="Fira Code"/>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AP_Scheduler::loop()</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hal.util-&gt;persistent_data.scheduler_task = -1;</a:t>
                      </a:r>
                    </a:p>
                    <a:p>
                      <a:pPr algn="l">
                        <a:lnSpc>
                          <a:spcPct val="106000"/>
                        </a:lnSpc>
                        <a:spcAft>
                          <a:spcPts val="0"/>
                        </a:spcAft>
                      </a:pPr>
                      <a:r>
                        <a:rPr sz="1100" b="0">
                          <a:solidFill>
                            <a:srgbClr val="333333"/>
                          </a:solidFill>
                          <a:latin typeface="Fira Code"/>
                        </a:rPr>
                        <a:t>_loop_sample_time_us = AP_HAL::micros64();</a:t>
                      </a:r>
                    </a:p>
                    <a:p>
                      <a:pPr algn="l">
                        <a:lnSpc>
                          <a:spcPct val="106000"/>
                        </a:lnSpc>
                        <a:spcAft>
                          <a:spcPts val="0"/>
                        </a:spcAft>
                      </a:pPr>
                      <a:r>
                        <a:rPr sz="1100" b="0">
                          <a:solidFill>
                            <a:srgbClr val="333333"/>
                          </a:solidFill>
                          <a:latin typeface="Fira Code"/>
                        </a:rPr>
                        <a:t>const uint32_t sample_time_us = uint32_t(_loop_sample_time_us)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(_loop_timer_start_us == 0) {</a:t>
                      </a:r>
                    </a:p>
                    <a:p>
                      <a:pPr algn="l">
                        <a:lnSpc>
                          <a:spcPct val="106000"/>
                        </a:lnSpc>
                        <a:spcAft>
                          <a:spcPts val="0"/>
                        </a:spcAft>
                      </a:pPr>
                      <a:r>
                        <a:rPr sz="1100" b="0">
                          <a:solidFill>
                            <a:srgbClr val="333333"/>
                          </a:solidFill>
                          <a:latin typeface="Fira Code"/>
                        </a:rPr>
                        <a:t>_loop_timer_start_us = sample_time_us;</a:t>
                      </a:r>
                    </a:p>
                    <a:p>
                      <a:pPr algn="l">
                        <a:lnSpc>
                          <a:spcPct val="106000"/>
                        </a:lnSpc>
                        <a:spcAft>
                          <a:spcPts val="0"/>
                        </a:spcAft>
                      </a:pPr>
                      <a:r>
                        <a:rPr sz="1100" b="0">
                          <a:solidFill>
                            <a:srgbClr val="333333"/>
                          </a:solidFill>
                          <a:latin typeface="Fira Code"/>
                        </a:rPr>
                        <a:t>_last_loop_time_s = get_loop_period_s();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_last_loop_time_s = (sample_time_us - _loop_timer_start_us</a:t>
                      </a:r>
                    </a:p>
                    <a:p>
                      <a:pPr algn="l">
                        <a:lnSpc>
                          <a:spcPct val="106000"/>
                        </a:lnSpc>
                        <a:spcAft>
                          <a:spcPts val="0"/>
                        </a:spcAft>
                      </a:pPr>
                      <a:r>
                        <a:rPr sz="1100" b="0">
                          <a:solidFill>
                            <a:srgbClr val="333333"/>
                          </a:solidFill>
                          <a:latin typeface="Fira Code"/>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AP_Scheduler::tick()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_tick_counter++;</a:t>
                      </a:r>
                    </a:p>
                    <a:p>
                      <a:pPr algn="l">
                        <a:lnSpc>
                          <a:spcPct val="106000"/>
                        </a:lnSpc>
                        <a:spcAft>
                          <a:spcPts val="0"/>
                        </a:spcAft>
                      </a:pPr>
                      <a:r>
                        <a:rPr sz="1100" b="0">
                          <a:solidFill>
                            <a:srgbClr val="333333"/>
                          </a:solidFill>
                          <a:latin typeface="Fira Code"/>
                        </a:rPr>
                        <a:t>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AP_Scheduler::get_loop_period_us()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get the time-allowed-per-loop in microseconds</a:t>
                      </a:r>
                    </a:p>
                    <a:p>
                      <a:pPr algn="l">
                        <a:lnSpc>
                          <a:spcPct val="106000"/>
                        </a:lnSpc>
                        <a:spcAft>
                          <a:spcPts val="0"/>
                        </a:spcAft>
                      </a:pPr>
                      <a:r>
                        <a:rPr sz="1100" b="0">
                          <a:solidFill>
                            <a:srgbClr val="333333"/>
                          </a:solidFill>
                          <a:latin typeface="Fira Code"/>
                        </a:rPr>
                        <a:t>uint32_t get_loop_period_us() {</a:t>
                      </a:r>
                    </a:p>
                    <a:p>
                      <a:pPr algn="l">
                        <a:lnSpc>
                          <a:spcPct val="106000"/>
                        </a:lnSpc>
                        <a:spcAft>
                          <a:spcPts val="0"/>
                        </a:spcAft>
                      </a:pPr>
                      <a:r>
                        <a:rPr sz="1100" b="0">
                          <a:solidFill>
                            <a:srgbClr val="333333"/>
                          </a:solidFill>
                          <a:latin typeface="Fira Code"/>
                        </a:rPr>
                        <a:t>if (_loop_period_us == 0) {</a:t>
                      </a:r>
                    </a:p>
                    <a:p>
                      <a:pPr algn="l">
                        <a:lnSpc>
                          <a:spcPct val="106000"/>
                        </a:lnSpc>
                        <a:spcAft>
                          <a:spcPts val="0"/>
                        </a:spcAft>
                      </a:pPr>
                      <a:r>
                        <a:rPr sz="1100" b="0">
                          <a:solidFill>
                            <a:srgbClr val="333333"/>
                          </a:solidFill>
                          <a:latin typeface="Fira Code"/>
                        </a:rPr>
                        <a:t>_loop_period_us = 1000000UL / _loop_rate_hz;</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_loop_period_us;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AP_GPS::time_week_ms() / time_week()</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GPS time of week in milliseconds</a:t>
                      </a:r>
                    </a:p>
                    <a:p>
                      <a:pPr algn="l">
                        <a:lnSpc>
                          <a:spcPct val="106000"/>
                        </a:lnSpc>
                        <a:spcAft>
                          <a:spcPts val="0"/>
                        </a:spcAft>
                      </a:pPr>
                      <a:r>
                        <a:rPr sz="1100" b="0">
                          <a:solidFill>
                            <a:srgbClr val="333333"/>
                          </a:solidFill>
                          <a:latin typeface="Fira Code"/>
                        </a:rPr>
                        <a:t>uint32_t time_week_ms(uint8_t instance) const {</a:t>
                      </a:r>
                    </a:p>
                    <a:p>
                      <a:pPr algn="l">
                        <a:lnSpc>
                          <a:spcPct val="106000"/>
                        </a:lnSpc>
                        <a:spcAft>
                          <a:spcPts val="0"/>
                        </a:spcAft>
                      </a:pPr>
                      <a:r>
                        <a:rPr sz="1100" b="0">
                          <a:solidFill>
                            <a:srgbClr val="333333"/>
                          </a:solidFill>
                          <a:latin typeface="Fira Code"/>
                        </a:rPr>
                        <a:t>return state[instance].time_week_ms;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time_week_ms() const {</a:t>
                      </a:r>
                    </a:p>
                    <a:p>
                      <a:pPr algn="l">
                        <a:lnSpc>
                          <a:spcPct val="106000"/>
                        </a:lnSpc>
                        <a:spcAft>
                          <a:spcPts val="0"/>
                        </a:spcAft>
                      </a:pPr>
                      <a:r>
                        <a:rPr sz="1100" b="0">
                          <a:solidFill>
                            <a:srgbClr val="333333"/>
                          </a:solidFill>
                          <a:latin typeface="Fira Code"/>
                        </a:rPr>
                        <a:t>return time_week_ms(primary_instance);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GPS week</a:t>
                      </a:r>
                    </a:p>
                    <a:p>
                      <a:pPr algn="l">
                        <a:lnSpc>
                          <a:spcPct val="106000"/>
                        </a:lnSpc>
                        <a:spcAft>
                          <a:spcPts val="0"/>
                        </a:spcAft>
                      </a:pPr>
                      <a:r>
                        <a:rPr sz="1100" b="0">
                          <a:solidFill>
                            <a:srgbClr val="333333"/>
                          </a:solidFill>
                          <a:latin typeface="Fira Code"/>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AP_HAL::Scheduler (abstract HAL timing / scheduling interface)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register a high priority timer task</a:t>
                      </a:r>
                    </a:p>
                    <a:p>
                      <a:pPr algn="l">
                        <a:lnSpc>
                          <a:spcPct val="106000"/>
                        </a:lnSpc>
                        <a:spcAft>
                          <a:spcPts val="0"/>
                        </a:spcAft>
                      </a:pPr>
                      <a:r>
                        <a:rPr sz="1100" b="0">
                          <a:solidFill>
                            <a:srgbClr val="333333"/>
                          </a:solidFill>
                          <a:latin typeface="Fira Code"/>
                        </a:rPr>
                        <a:t>virtual void register_timer_process(AP_HAL::MemberProc) =</a:t>
                      </a:r>
                    </a:p>
                    <a:p>
                      <a:pPr algn="l">
                        <a:lnSpc>
                          <a:spcPct val="106000"/>
                        </a:lnSpc>
                        <a:spcAft>
                          <a:spcPts val="0"/>
                        </a:spcAft>
                      </a:pPr>
                      <a:r>
                        <a:rPr sz="1100" b="0">
                          <a:solidFill>
                            <a:srgbClr val="333333"/>
                          </a:solidFill>
                          <a:latin typeface="Fira Code"/>
                        </a:rPr>
                        <a:t>0;</a:t>
                      </a:r>
                    </a:p>
                    <a:p>
                      <a:pPr algn="l">
                        <a:lnSpc>
                          <a:spcPct val="106000"/>
                        </a:lnSpc>
                        <a:spcAft>
                          <a:spcPts val="0"/>
                        </a:spcAft>
                      </a:pPr>
                      <a:r>
                        <a:rPr sz="1100" b="0">
                          <a:solidFill>
                            <a:srgbClr val="333333"/>
                          </a:solidFill>
                          <a:latin typeface="Fira Code"/>
                        </a:rPr>
                        <a:t>// register a low priority IO task</a:t>
                      </a:r>
                    </a:p>
                    <a:p>
                      <a:pPr algn="l">
                        <a:lnSpc>
                          <a:spcPct val="106000"/>
                        </a:lnSpc>
                        <a:spcAft>
                          <a:spcPts val="0"/>
                        </a:spcAft>
                      </a:pPr>
                      <a:r>
                        <a:rPr sz="1100" b="0">
                          <a:solidFill>
                            <a:srgbClr val="333333"/>
                          </a:solidFill>
                          <a:latin typeface="Fira Code"/>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ArduCopter/system.cpp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Copter::position_ok()</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return false if ekf failsafe has triggered</a:t>
                      </a:r>
                    </a:p>
                    <a:p>
                      <a:pPr algn="l">
                        <a:lnSpc>
                          <a:spcPct val="106000"/>
                        </a:lnSpc>
                        <a:spcAft>
                          <a:spcPts val="0"/>
                        </a:spcAft>
                      </a:pPr>
                      <a:r>
                        <a:rPr sz="1100" b="0">
                          <a:solidFill>
                            <a:srgbClr val="333333"/>
                          </a:solidFill>
                          <a:latin typeface="Fira Code"/>
                        </a:rPr>
                        <a:t>    if (failsafe.ekf)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ekf position estimate</a:t>
                      </a:r>
                    </a:p>
                    <a:p>
                      <a:pPr algn="l">
                        <a:lnSpc>
                          <a:spcPct val="106000"/>
                        </a:lnSpc>
                        <a:spcAft>
                          <a:spcPts val="0"/>
                        </a:spcAft>
                      </a:pPr>
                      <a:r>
                        <a:rPr sz="1100" b="0">
                          <a:solidFill>
                            <a:srgbClr val="333333"/>
                          </a:solidFill>
                          <a:latin typeface="Fira Code"/>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ArduCopter/mode.cpp</a:t>
                      </a:r>
                      <a:r>
                        <a:rPr sz="1100" b="0">
                          <a:solidFill>
                            <a:srgbClr val="999999"/>
                          </a:solidFill>
                          <a:latin typeface="Fira Code"/>
                        </a:rPr>
                        <a:t>  ·  </a:t>
                      </a:r>
                      <a:r>
                        <a:rPr sz="1100" b="0">
                          <a:solidFill>
                            <a:srgbClr val="999999"/>
                          </a:solidFill>
                          <a:latin typeface="Fira Code"/>
                        </a:rPr>
                        <a:t>303-310</a:t>
                      </a:r>
                      <a:r>
                        <a:rPr sz="1100" b="0">
                          <a:solidFill>
                            <a:srgbClr val="999999"/>
                          </a:solidFill>
                          <a:latin typeface="Fira Code"/>
                        </a:rPr>
                        <a:t>  ·  </a:t>
                      </a:r>
                      <a:r>
                        <a:rPr sz="1100" b="0">
                          <a:solidFill>
                            <a:srgbClr val="999999"/>
                          </a:solidFill>
                          <a:latin typeface="Fira Code"/>
                        </a:rPr>
                        <a:t>Copter::set_mode() — requires_GPS gate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(!ignore_checks &amp;&amp;</a:t>
                      </a:r>
                    </a:p>
                    <a:p>
                      <a:pPr algn="l">
                        <a:lnSpc>
                          <a:spcPct val="106000"/>
                        </a:lnSpc>
                        <a:spcAft>
                          <a:spcPts val="0"/>
                        </a:spcAft>
                      </a:pPr>
                      <a:r>
                        <a:rPr sz="1100" b="0">
                          <a:solidFill>
                            <a:srgbClr val="333333"/>
                          </a:solidFill>
                          <a:latin typeface="Fira Code"/>
                        </a:rPr>
                        <a:t>        new_flightmode-&gt;requires_GPS() &amp;&amp;</a:t>
                      </a:r>
                    </a:p>
                    <a:p>
                      <a:pPr algn="l">
                        <a:lnSpc>
                          <a:spcPct val="106000"/>
                        </a:lnSpc>
                        <a:spcAft>
                          <a:spcPts val="0"/>
                        </a:spcAft>
                      </a:pPr>
                      <a:r>
                        <a:rPr sz="1100" b="0">
                          <a:solidFill>
                            <a:srgbClr val="333333"/>
                          </a:solidFill>
                          <a:latin typeface="Fira Code"/>
                        </a:rPr>
                        <a:t>        !copter.position_ok()) {</a:t>
                      </a:r>
                    </a:p>
                    <a:p>
                      <a:pPr algn="l">
                        <a:lnSpc>
                          <a:spcPct val="106000"/>
                        </a:lnSpc>
                        <a:spcAft>
                          <a:spcPts val="0"/>
                        </a:spcAft>
                      </a:pPr>
                      <a:r>
                        <a:rPr sz="1100" b="0">
                          <a:solidFill>
                            <a:srgbClr val="333333"/>
                          </a:solidFill>
                          <a:latin typeface="Fira Code"/>
                        </a:rPr>
                        <a:t>        mode_change_failed(new_flightmode, "requires position");</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20-28</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bool is_landing_or_landed = flightmode-&gt;is_landing() || ap.land_complete  || !motors-&gt;armed();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fence.check(is_landing_or_landed);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677-685</a:t>
                      </a:r>
                      <a:r>
                        <a:rPr sz="1100" b="0">
                          <a:solidFill>
                            <a:srgbClr val="999999"/>
                          </a:solidFill>
                          <a:latin typeface="Fira Code"/>
                        </a:rPr>
                        <a:t>  ·  </a:t>
                      </a:r>
                      <a:r>
                        <a:rPr sz="1100" b="0">
                          <a:solidFill>
                            <a:srgbClr val="999999"/>
                          </a:solidFill>
                          <a:latin typeface="Fira Code"/>
                        </a:rPr>
                        <a:t>AC_Fence::check_fence_polygon()</a:t>
                      </a:r>
                    </a:p>
                    <a:p>
                      <a:pPr algn="l">
                        <a:lnSpc>
                          <a:spcPct val="106000"/>
                        </a:lnSpc>
                        <a:spcAft>
                          <a:spcPts val="0"/>
                        </a:spcAft>
                      </a:pPr>
                      <a:r>
                        <a:rPr sz="1100" b="0">
                          <a:solidFill>
                            <a:srgbClr val="333333"/>
                          </a:solidFill>
                          <a:latin typeface="Fira Code"/>
                        </a:rPr>
                        <a:t>    const bool was_breached = _breached_fences &amp; AC_FENCE_TYPE_POLYGON;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a:t>
                      </a:r>
                    </a:p>
                    <a:p>
                      <a:pPr algn="l">
                        <a:lnSpc>
                          <a:spcPct val="106000"/>
                        </a:lnSpc>
                        <a:spcAft>
                          <a:spcPts val="0"/>
                        </a:spcAft>
                      </a:pPr>
                      <a:r>
                        <a:rPr sz="1100" b="0">
                          <a:solidFill>
                            <a:srgbClr val="333333"/>
                          </a:solidFill>
                          <a:latin typeface="Fira Code"/>
                        </a:rPr>
                        <a:t>    const bool have_location = AP::ahrs().get_location(loc);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(have_location &amp;&amp; _poly_loader.breached(loc, _polygon_breach_distance)) {</a:t>
                      </a:r>
                    </a:p>
                    <a:p>
                      <a:pPr algn="l">
                        <a:lnSpc>
                          <a:spcPct val="106000"/>
                        </a:lnSpc>
                        <a:spcAft>
                          <a:spcPts val="0"/>
                        </a:spcAft>
                      </a:pPr>
                      <a:r>
                        <a:rPr sz="1100" b="0">
                          <a:solidFill>
                            <a:srgbClr val="333333"/>
                          </a:solidFill>
                          <a:latin typeface="Fira Code"/>
                        </a:rPr>
                        <a:t>        if (!was_breached) {</a:t>
                      </a:r>
                    </a:p>
                    <a:p>
                      <a:pPr algn="l">
                        <a:lnSpc>
                          <a:spcPct val="106000"/>
                        </a:lnSpc>
                        <a:spcAft>
                          <a:spcPts val="0"/>
                        </a:spcAft>
                      </a:pPr>
                      <a:r>
                        <a:rPr sz="1100" b="0">
                          <a:solidFill>
                            <a:srgbClr val="333333"/>
                          </a:solidFill>
                          <a:latin typeface="Fira Code"/>
                        </a:rPr>
                        <a:t>            record_breach(AC_FENCE_TYPE_POLYGON);</a:t>
                      </a:r>
                    </a:p>
                    <a:p>
                      <a:pPr algn="l">
                        <a:lnSpc>
                          <a:spcPct val="106000"/>
                        </a:lnSpc>
                        <a:spcAft>
                          <a:spcPts val="0"/>
                        </a:spcAft>
                      </a:pPr>
                      <a:r>
                        <a:rPr sz="1100" b="0">
                          <a:solidFill>
                            <a:srgbClr val="333333"/>
                          </a:solidFill>
                          <a:latin typeface="Fira Code"/>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707-715</a:t>
                      </a:r>
                      <a:r>
                        <a:rPr sz="1100" b="0">
                          <a:solidFill>
                            <a:srgbClr val="999999"/>
                          </a:solidFill>
                          <a:latin typeface="Fira Code"/>
                        </a:rPr>
                        <a:t>  ·  </a:t>
                      </a:r>
                      <a:r>
                        <a:rPr sz="1100" b="0">
                          <a:solidFill>
                            <a:srgbClr val="999999"/>
                          </a:solidFill>
                          <a:latin typeface="Fira Code"/>
                        </a:rPr>
                        <a:t>AC_Fence::check_fence_circle()</a:t>
                      </a:r>
                    </a:p>
                    <a:p>
                      <a:pPr algn="l">
                        <a:lnSpc>
                          <a:spcPct val="106000"/>
                        </a:lnSpc>
                        <a:spcAft>
                          <a:spcPts val="0"/>
                        </a:spcAft>
                      </a:pPr>
                      <a:r>
                        <a:rPr sz="1100" b="0">
                          <a:solidFill>
                            <a:srgbClr val="333333"/>
                          </a:solidFill>
                          <a:latin typeface="Fira Code"/>
                        </a:rPr>
                        <a:t>    if (!(get_enabled_fences() &amp; AC_FENCE_TYPE_CIRCLE))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Vector2f home;</a:t>
                      </a:r>
                    </a:p>
                    <a:p>
                      <a:pPr algn="l">
                        <a:lnSpc>
                          <a:spcPct val="106000"/>
                        </a:lnSpc>
                        <a:spcAft>
                          <a:spcPts val="0"/>
                        </a:spcAft>
                      </a:pPr>
                      <a:r>
                        <a:rPr sz="1100" b="0">
                          <a:solidFill>
                            <a:srgbClr val="333333"/>
                          </a:solidFill>
                          <a:latin typeface="Fira Code"/>
                        </a:rPr>
                        <a:t>    if (AP::ahrs().get_relative_position_NE_home(home)) {</a:t>
                      </a:r>
                    </a:p>
                    <a:p>
                      <a:pPr algn="l">
                        <a:lnSpc>
                          <a:spcPct val="106000"/>
                        </a:lnSpc>
                        <a:spcAft>
                          <a:spcPts val="0"/>
                        </a:spcAft>
                      </a:pPr>
                      <a:r>
                        <a:rPr sz="1100" b="0">
                          <a:solidFill>
                            <a:srgbClr val="333333"/>
                          </a:solidFill>
                          <a:latin typeface="Fira Code"/>
                        </a:rPr>
                        <a:t>        // we (may) remain breached if we can't update home</a:t>
                      </a:r>
                    </a:p>
                    <a:p>
                      <a:pPr algn="l">
                        <a:lnSpc>
                          <a:spcPct val="106000"/>
                        </a:lnSpc>
                        <a:spcAft>
                          <a:spcPts val="0"/>
                        </a:spcAft>
                      </a:pPr>
                      <a:r>
                        <a:rPr sz="1100" b="0">
                          <a:solidFill>
                            <a:srgbClr val="333333"/>
                          </a:solidFill>
                          <a:latin typeface="Fira Code"/>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540-548</a:t>
                      </a:r>
                      <a:r>
                        <a:rPr sz="1100" b="0">
                          <a:solidFill>
                            <a:srgbClr val="999999"/>
                          </a:solidFill>
                          <a:latin typeface="Fira Code"/>
                        </a:rPr>
                        <a:t>  ·  </a:t>
                      </a:r>
                      <a:r>
                        <a:rPr sz="1100" b="0">
                          <a:solidFill>
                            <a:srgbClr val="999999"/>
                          </a:solidFill>
                          <a:latin typeface="Fira Code"/>
                        </a:rPr>
                        <a:t>AC_Fence::check_fence_alt_max()</a:t>
                      </a:r>
                    </a:p>
                    <a:p>
                      <a:pPr algn="l">
                        <a:lnSpc>
                          <a:spcPct val="106000"/>
                        </a:lnSpc>
                        <a:spcAft>
                          <a:spcPts val="0"/>
                        </a:spcAft>
                      </a:pPr>
                      <a:r>
                        <a:rPr sz="1100" b="0">
                          <a:solidFill>
                            <a:srgbClr val="333333"/>
                          </a:solidFill>
                          <a:latin typeface="Fira Code"/>
                        </a:rPr>
                        <a:t>    if (!(get_enabled_fences() &amp; AC_FENCE_TYPE_ALT_MAX))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float alt;</a:t>
                      </a:r>
                    </a:p>
                    <a:p>
                      <a:pPr algn="l">
                        <a:lnSpc>
                          <a:spcPct val="106000"/>
                        </a:lnSpc>
                        <a:spcAft>
                          <a:spcPts val="0"/>
                        </a:spcAft>
                      </a:pPr>
                      <a:r>
                        <a:rPr sz="1100" b="0">
                          <a:solidFill>
                            <a:srgbClr val="333333"/>
                          </a:solidFill>
                          <a:latin typeface="Fira Code"/>
                        </a:rPr>
                        <a:t>    AP::ahrs().get_relative_position_D_home(alt);</a:t>
                      </a:r>
                    </a:p>
                    <a:p>
                      <a:pPr algn="l">
                        <a:lnSpc>
                          <a:spcPct val="106000"/>
                        </a:lnSpc>
                        <a:spcAft>
                          <a:spcPts val="0"/>
                        </a:spcAft>
                      </a:pPr>
                      <a:r>
                        <a:rPr sz="1100" b="0">
                          <a:solidFill>
                            <a:srgbClr val="333333"/>
                          </a:solidFill>
                          <a:latin typeface="Fira Code"/>
                        </a:rPr>
                        <a:t>    const float _curr_alt = -alt; // translate Down to Up</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837-845</a:t>
                      </a:r>
                      <a:r>
                        <a:rPr sz="1100" b="0">
                          <a:solidFill>
                            <a:srgbClr val="999999"/>
                          </a:solidFill>
                          <a:latin typeface="Fira Code"/>
                        </a:rPr>
                        <a:t>  ·  </a:t>
                      </a:r>
                      <a:r>
                        <a:rPr sz="1100" b="0">
                          <a:solidFill>
                            <a:srgbClr val="999999"/>
                          </a:solidFill>
                          <a:latin typeface="Fira Code"/>
                        </a:rPr>
                        <a:t>AC_Fence::check()</a:t>
                      </a:r>
                    </a:p>
                    <a:p>
                      <a:pPr algn="l">
                        <a:lnSpc>
                          <a:spcPct val="106000"/>
                        </a:lnSpc>
                        <a:spcAft>
                          <a:spcPts val="0"/>
                        </a:spcAft>
                      </a:pPr>
                      <a:r>
                        <a:rPr sz="1100" b="0">
                          <a:solidFill>
                            <a:srgbClr val="333333"/>
                          </a:solidFill>
                          <a:latin typeface="Fira Code"/>
                        </a:rPr>
                        <a:t>    if (!(disabled_fences &amp; AC_FENCE_TYPE_CIRCLE) &amp;&amp; check_fence_circle()) {</a:t>
                      </a:r>
                    </a:p>
                    <a:p>
                      <a:pPr algn="l">
                        <a:lnSpc>
                          <a:spcPct val="106000"/>
                        </a:lnSpc>
                        <a:spcAft>
                          <a:spcPts val="0"/>
                        </a:spcAft>
                      </a:pPr>
                      <a:r>
                        <a:rPr sz="1100" b="0">
                          <a:solidFill>
                            <a:srgbClr val="333333"/>
                          </a:solidFill>
                          <a:latin typeface="Fira Code"/>
                        </a:rPr>
                        <a:t>        ret |= AC_FENCE_TYPE_CIRCLE;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polygon fence check</a:t>
                      </a:r>
                    </a:p>
                    <a:p>
                      <a:pPr algn="l">
                        <a:lnSpc>
                          <a:spcPct val="106000"/>
                        </a:lnSpc>
                        <a:spcAft>
                          <a:spcPts val="0"/>
                        </a:spcAft>
                      </a:pPr>
                      <a:r>
                        <a:rPr sz="1100" b="0">
                          <a:solidFill>
                            <a:srgbClr val="333333"/>
                          </a:solidFill>
                          <a:latin typeface="Fira Code"/>
                        </a:rPr>
                        <a:t>    if (!(disabled_fences &amp; AC_FENCE_TYPE_POLYGON) &amp;&amp; check_fence_polygon()) {</a:t>
                      </a:r>
                    </a:p>
                    <a:p>
                      <a:pPr algn="l">
                        <a:lnSpc>
                          <a:spcPct val="106000"/>
                        </a:lnSpc>
                        <a:spcAft>
                          <a:spcPts val="0"/>
                        </a:spcAft>
                      </a:pPr>
                      <a:r>
                        <a:rPr sz="1100" b="0">
                          <a:solidFill>
                            <a:srgbClr val="333333"/>
                          </a:solidFill>
                          <a:latin typeface="Fira Code"/>
                        </a:rPr>
                        <a:t>        ret |= AC_FENCE_TYPE_POLYGON;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ArduCopter/mode_guided_nogps.cpp</a:t>
                      </a:r>
                      <a:r>
                        <a:rPr sz="1100" b="0">
                          <a:solidFill>
                            <a:srgbClr val="999999"/>
                          </a:solidFill>
                          <a:latin typeface="Fira Code"/>
                        </a:rPr>
                        <a:t>  ·  </a:t>
                      </a:r>
                      <a:r>
                        <a:rPr sz="1100" b="0">
                          <a:solidFill>
                            <a:srgbClr val="999999"/>
                          </a:solidFill>
                          <a:latin typeface="Fira Code"/>
                        </a:rPr>
                        <a:t>9-15</a:t>
                      </a:r>
                      <a:r>
                        <a:rPr sz="1100" b="0">
                          <a:solidFill>
                            <a:srgbClr val="999999"/>
                          </a:solidFill>
                          <a:latin typeface="Fira Code"/>
                        </a:rPr>
                        <a:t>  ·  </a:t>
                      </a:r>
                      <a:r>
                        <a:rPr sz="1100" b="0">
                          <a:solidFill>
                            <a:srgbClr val="999999"/>
                          </a:solidFill>
                          <a:latin typeface="Fira Code"/>
                        </a:rPr>
                        <a:t>ModeGuidedNoGPS::init()</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start in angle control mode</a:t>
                      </a:r>
                    </a:p>
                    <a:p>
                      <a:pPr algn="l">
                        <a:lnSpc>
                          <a:spcPct val="106000"/>
                        </a:lnSpc>
                        <a:spcAft>
                          <a:spcPts val="0"/>
                        </a:spcAft>
                      </a:pPr>
                      <a:r>
                        <a:rPr sz="1100" b="0">
                          <a:solidFill>
                            <a:srgbClr val="333333"/>
                          </a:solidFill>
                          <a:latin typeface="Fira Code"/>
                        </a:rPr>
                        <a:t>    ModeGuided::angle_control_start();</a:t>
                      </a:r>
                    </a:p>
                    <a:p>
                      <a:pPr algn="l">
                        <a:lnSpc>
                          <a:spcPct val="106000"/>
                        </a:lnSpc>
                        <a:spcAft>
                          <a:spcPts val="0"/>
                        </a:spcAft>
                      </a:pPr>
                      <a:r>
                        <a:rPr sz="1100" b="0">
                          <a:solidFill>
                            <a:srgbClr val="333333"/>
                          </a:solidFill>
                          <a:latin typeface="Fira Code"/>
                        </a:rPr>
                        <a:t>    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 record clearing of breach</a:t>
                      </a:r>
                    </a:p>
                    <a:p>
                      <a:pPr algn="l">
                        <a:lnSpc>
                          <a:spcPct val="106000"/>
                        </a:lnSpc>
                        <a:spcAft>
                          <a:spcPts val="0"/>
                        </a:spcAft>
                      </a:pPr>
                      <a:r>
                        <a:rPr sz="1100" b="0">
                          <a:solidFill>
                            <a:srgbClr val="333333"/>
                          </a:solidFill>
                          <a:latin typeface="Fira Code"/>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ArduPlane/takeoff.cpp</a:t>
                      </a:r>
                      <a:r>
                        <a:rPr sz="1100" b="0">
                          <a:solidFill>
                            <a:srgbClr val="999999"/>
                          </a:solidFill>
                          <a:latin typeface="Fira Code"/>
                        </a:rPr>
                        <a:t>  ·  </a:t>
                      </a:r>
                      <a:r>
                        <a:rPr sz="1100" b="0">
                          <a:solidFill>
                            <a:srgbClr val="999999"/>
                          </a:solidFill>
                          <a:latin typeface="Fira Code"/>
                        </a:rPr>
                        <a:t>58-62</a:t>
                      </a:r>
                      <a:r>
                        <a:rPr sz="1100" b="0">
                          <a:solidFill>
                            <a:srgbClr val="999999"/>
                          </a:solidFill>
                          <a:latin typeface="Fira Code"/>
                        </a:rPr>
                        <a:t>  ·  </a:t>
                      </a:r>
                      <a:r>
                        <a:rPr sz="1100" b="0">
                          <a:solidFill>
                            <a:srgbClr val="999999"/>
                          </a:solidFill>
                          <a:latin typeface="Fira Code"/>
                        </a:rPr>
                        <a:t>Plane::auto_takeoff_check()</a:t>
                      </a:r>
                    </a:p>
                    <a:p>
                      <a:pPr algn="l">
                        <a:lnSpc>
                          <a:spcPct val="106000"/>
                        </a:lnSpc>
                        <a:spcAft>
                          <a:spcPts val="0"/>
                        </a:spcAft>
                      </a:pPr>
                      <a:r>
                        <a:rPr sz="1100" b="0">
                          <a:solidFill>
                            <a:srgbClr val="333333"/>
                          </a:solidFill>
                          <a:latin typeface="Fira Code"/>
                        </a:rPr>
                        <a:t>    // Check for bad GPS</a:t>
                      </a:r>
                    </a:p>
                    <a:p>
                      <a:pPr algn="l">
                        <a:lnSpc>
                          <a:spcPct val="106000"/>
                        </a:lnSpc>
                        <a:spcAft>
                          <a:spcPts val="0"/>
                        </a:spcAft>
                      </a:pPr>
                      <a:r>
                        <a:rPr sz="1100" b="0">
                          <a:solidFill>
                            <a:srgbClr val="333333"/>
                          </a:solidFill>
                          <a:latin typeface="Fira Code"/>
                        </a:rPr>
                        <a:t>    if (gps.status() &lt; AP_GPS::GPS_OK_FIX_3D) {</a:t>
                      </a:r>
                    </a:p>
                    <a:p>
                      <a:pPr algn="l">
                        <a:lnSpc>
                          <a:spcPct val="106000"/>
                        </a:lnSpc>
                        <a:spcAft>
                          <a:spcPts val="0"/>
                        </a:spcAft>
                      </a:pPr>
                      <a:r>
                        <a:rPr sz="1100" b="0">
                          <a:solidFill>
                            <a:srgbClr val="333333"/>
                          </a:solidFill>
                          <a:latin typeface="Fira Code"/>
                        </a:rPr>
                        <a:t>        // no auto takeoff without GPS lock</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Copter::position_ok()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return false if ekf failsafe has triggered</a:t>
                      </a:r>
                    </a:p>
                    <a:p>
                      <a:pPr algn="l">
                        <a:lnSpc>
                          <a:spcPct val="106000"/>
                        </a:lnSpc>
                        <a:spcAft>
                          <a:spcPts val="0"/>
                        </a:spcAft>
                      </a:pPr>
                      <a:r>
                        <a:rPr sz="1100" b="0">
                          <a:solidFill>
                            <a:srgbClr val="333333"/>
                          </a:solidFill>
                          <a:latin typeface="Fira Code"/>
                        </a:rPr>
                        <a:t>if (failsafe.ekf)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ekf position estimate</a:t>
                      </a:r>
                    </a:p>
                    <a:p>
                      <a:pPr algn="l">
                        <a:lnSpc>
                          <a:spcPct val="106000"/>
                        </a:lnSpc>
                        <a:spcAft>
                          <a:spcPts val="0"/>
                        </a:spcAft>
                      </a:pPr>
                      <a:r>
                        <a:rPr sz="1100" b="0">
                          <a:solidFill>
                            <a:srgbClr val="333333"/>
                          </a:solidFill>
                          <a:latin typeface="Fira Code"/>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Copter::set_mode() requires_GPS gate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(!ignore_checks &amp;&amp;</a:t>
                      </a:r>
                    </a:p>
                    <a:p>
                      <a:pPr algn="l">
                        <a:lnSpc>
                          <a:spcPct val="106000"/>
                        </a:lnSpc>
                        <a:spcAft>
                          <a:spcPts val="0"/>
                        </a:spcAft>
                      </a:pPr>
                      <a:r>
                        <a:rPr sz="1100" b="0">
                          <a:solidFill>
                            <a:srgbClr val="333333"/>
                          </a:solidFill>
                          <a:latin typeface="Fira Code"/>
                        </a:rPr>
                        <a:t>new_flightmode-&gt;requires_GPS() &amp;&amp;</a:t>
                      </a:r>
                    </a:p>
                    <a:p>
                      <a:pPr algn="l">
                        <a:lnSpc>
                          <a:spcPct val="106000"/>
                        </a:lnSpc>
                        <a:spcAft>
                          <a:spcPts val="0"/>
                        </a:spcAft>
                      </a:pPr>
                      <a:r>
                        <a:rPr sz="1100" b="0">
                          <a:solidFill>
                            <a:srgbClr val="333333"/>
                          </a:solidFill>
                          <a:latin typeface="Fira Code"/>
                        </a:rPr>
                        <a:t>!copter.position_ok()) {</a:t>
                      </a:r>
                    </a:p>
                    <a:p>
                      <a:pPr algn="l">
                        <a:lnSpc>
                          <a:spcPct val="106000"/>
                        </a:lnSpc>
                        <a:spcAft>
                          <a:spcPts val="0"/>
                        </a:spcAft>
                      </a:pPr>
                      <a:r>
                        <a:rPr sz="1100" b="0">
                          <a:solidFill>
                            <a:srgbClr val="333333"/>
                          </a:solidFill>
                          <a:latin typeface="Fira Code"/>
                        </a:rPr>
                        <a:t>mode_change_failed(new_flightmode, "requires position");</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bool is_landing_or_landed = flightmode-&gt;is_landing() || ap.land_complete || !motors-&gt;armed();</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fence.check(is_landing_or_landed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AC_Fence::check_fence_polygon()</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const bool was_breached = _breached_fences &amp; AC_FENCE_TYPE_POLYGON;</a:t>
                      </a:r>
                    </a:p>
                    <a:p>
                      <a:pPr algn="l">
                        <a:lnSpc>
                          <a:spcPct val="106000"/>
                        </a:lnSpc>
                        <a:spcAft>
                          <a:spcPts val="0"/>
                        </a:spcAft>
                      </a:pPr>
                      <a:r>
                        <a:rPr sz="1100" b="0">
                          <a:solidFill>
                            <a:srgbClr val="333333"/>
                          </a:solidFill>
                          <a:latin typeface="Fira Code"/>
                        </a:rPr>
                        <a:t>Location loc;</a:t>
                      </a:r>
                    </a:p>
                    <a:p>
                      <a:pPr algn="l">
                        <a:lnSpc>
                          <a:spcPct val="106000"/>
                        </a:lnSpc>
                        <a:spcAft>
                          <a:spcPts val="0"/>
                        </a:spcAft>
                      </a:pPr>
                      <a:r>
                        <a:rPr sz="1100" b="0">
                          <a:solidFill>
                            <a:srgbClr val="333333"/>
                          </a:solidFill>
                          <a:latin typeface="Fira Code"/>
                        </a:rPr>
                        <a:t>const bool have_location = AP::ahrs().get_location(loc);</a:t>
                      </a:r>
                    </a:p>
                    <a:p>
                      <a:pPr algn="l">
                        <a:lnSpc>
                          <a:spcPct val="106000"/>
                        </a:lnSpc>
                        <a:spcAft>
                          <a:spcPts val="0"/>
                        </a:spcAft>
                      </a:pPr>
                      <a:r>
                        <a:rPr sz="1100" b="0">
                          <a:solidFill>
                            <a:srgbClr val="333333"/>
                          </a:solidFill>
                          <a:latin typeface="Fira Code"/>
                        </a:rPr>
                        <a:t>if (have_location &amp;&amp; _poly_loader.breached(loc, _polygon_breach_distance)) {</a:t>
                      </a:r>
                    </a:p>
                    <a:p>
                      <a:pPr algn="l">
                        <a:lnSpc>
                          <a:spcPct val="106000"/>
                        </a:lnSpc>
                        <a:spcAft>
                          <a:spcPts val="0"/>
                        </a:spcAft>
                      </a:pPr>
                      <a:r>
                        <a:rPr sz="1100" b="0">
                          <a:solidFill>
                            <a:srgbClr val="333333"/>
                          </a:solidFill>
                          <a:latin typeface="Fira Code"/>
                        </a:rPr>
                        <a:t>if (!was_breached) {</a:t>
                      </a:r>
                    </a:p>
                    <a:p>
                      <a:pPr algn="l">
                        <a:lnSpc>
                          <a:spcPct val="106000"/>
                        </a:lnSpc>
                        <a:spcAft>
                          <a:spcPts val="0"/>
                        </a:spcAft>
                      </a:pPr>
                      <a:r>
                        <a:rPr sz="1100" b="0">
                          <a:solidFill>
                            <a:srgbClr val="333333"/>
                          </a:solidFill>
                          <a:latin typeface="Fira Code"/>
                        </a:rPr>
                        <a:t>record_breach(AC_FENCE_TYPE_POLYGON);</a:t>
                      </a:r>
                    </a:p>
                    <a:p>
                      <a:pPr algn="l">
                        <a:lnSpc>
                          <a:spcPct val="106000"/>
                        </a:lnSpc>
                        <a:spcAft>
                          <a:spcPts val="0"/>
                        </a:spcAft>
                      </a:pPr>
                      <a:r>
                        <a:rPr sz="1100" b="0">
                          <a:solidFill>
                            <a:srgbClr val="333333"/>
                          </a:solidFill>
                          <a:latin typeface="Fira Code"/>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AC_Fence::check_fence_circle()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AC_FENCE_TYPE_CIRCLE))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Vector2f home;</a:t>
                      </a:r>
                    </a:p>
                    <a:p>
                      <a:pPr algn="l">
                        <a:lnSpc>
                          <a:spcPct val="106000"/>
                        </a:lnSpc>
                        <a:spcAft>
                          <a:spcPts val="0"/>
                        </a:spcAft>
                      </a:pPr>
                      <a:r>
                        <a:rPr sz="1100" b="0">
                          <a:solidFill>
                            <a:srgbClr val="333333"/>
                          </a:solidFill>
                          <a:latin typeface="Fira Code"/>
                        </a:rPr>
                        <a:t>if (AP::ahrs().get_relative_position_NE_home(home)) {</a:t>
                      </a:r>
                    </a:p>
                    <a:p>
                      <a:pPr algn="l">
                        <a:lnSpc>
                          <a:spcPct val="106000"/>
                        </a:lnSpc>
                        <a:spcAft>
                          <a:spcPts val="0"/>
                        </a:spcAft>
                      </a:pPr>
                      <a:r>
                        <a:rPr sz="1100" b="0">
                          <a:solidFill>
                            <a:srgbClr val="333333"/>
                          </a:solidFill>
                          <a:latin typeface="Fira Code"/>
                        </a:rPr>
                        <a:t>// we (may) remain breached if we can't update home</a:t>
                      </a:r>
                    </a:p>
                    <a:p>
                      <a:pPr algn="l">
                        <a:lnSpc>
                          <a:spcPct val="106000"/>
                        </a:lnSpc>
                        <a:spcAft>
                          <a:spcPts val="0"/>
                        </a:spcAft>
                      </a:pPr>
                      <a:r>
                        <a:rPr sz="1100" b="0">
                          <a:solidFill>
                            <a:srgbClr val="333333"/>
                          </a:solidFill>
                          <a:latin typeface="Fira Code"/>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AC_Fence::check_fence_alt_max()</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AC_FENCE_TYPE_ALT_MAX))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alt;</a:t>
                      </a:r>
                    </a:p>
                    <a:p>
                      <a:pPr algn="l">
                        <a:lnSpc>
                          <a:spcPct val="106000"/>
                        </a:lnSpc>
                        <a:spcAft>
                          <a:spcPts val="0"/>
                        </a:spcAft>
                      </a:pPr>
                      <a:r>
                        <a:rPr sz="1100" b="0">
                          <a:solidFill>
                            <a:srgbClr val="333333"/>
                          </a:solidFill>
                          <a:latin typeface="Fira Code"/>
                        </a:rPr>
                        <a:t>AP::ahrs().get_relative_position_D_home(alt);</a:t>
                      </a:r>
                    </a:p>
                    <a:p>
                      <a:pPr algn="l">
                        <a:lnSpc>
                          <a:spcPct val="106000"/>
                        </a:lnSpc>
                        <a:spcAft>
                          <a:spcPts val="0"/>
                        </a:spcAft>
                      </a:pPr>
                      <a:r>
                        <a:rPr sz="1100" b="0">
                          <a:solidFill>
                            <a:srgbClr val="333333"/>
                          </a:solidFill>
                          <a:latin typeface="Fira Code"/>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(!(disabled_fences &amp; AC_FENCE_TYPE_CIRCLE) &amp;&amp; check_fence_circle()) {</a:t>
                      </a:r>
                    </a:p>
                    <a:p>
                      <a:pPr algn="l">
                        <a:lnSpc>
                          <a:spcPct val="106000"/>
                        </a:lnSpc>
                        <a:spcAft>
                          <a:spcPts val="0"/>
                        </a:spcAft>
                      </a:pPr>
                      <a:r>
                        <a:rPr sz="1100" b="0">
                          <a:solidFill>
                            <a:srgbClr val="333333"/>
                          </a:solidFill>
                          <a:latin typeface="Fira Code"/>
                        </a:rPr>
                        <a:t>ret |= AC_FENCE_TYPE_CIRCLE;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polygon fence check</a:t>
                      </a:r>
                    </a:p>
                    <a:p>
                      <a:pPr algn="l">
                        <a:lnSpc>
                          <a:spcPct val="106000"/>
                        </a:lnSpc>
                        <a:spcAft>
                          <a:spcPts val="0"/>
                        </a:spcAft>
                      </a:pPr>
                      <a:r>
                        <a:rPr sz="1100" b="0">
                          <a:solidFill>
                            <a:srgbClr val="333333"/>
                          </a:solidFill>
                          <a:latin typeface="Fira Code"/>
                        </a:rPr>
                        <a:t>if (!(disabled_fences &amp; AC_FENCE_TYPE_POLYGON) &amp;&amp; check_fence_polygon()) {</a:t>
                      </a:r>
                    </a:p>
                    <a:p>
                      <a:pPr algn="l">
                        <a:lnSpc>
                          <a:spcPct val="106000"/>
                        </a:lnSpc>
                        <a:spcAft>
                          <a:spcPts val="0"/>
                        </a:spcAft>
                      </a:pPr>
                      <a:r>
                        <a:rPr sz="1100" b="0">
                          <a:solidFill>
                            <a:srgbClr val="333333"/>
                          </a:solidFill>
                          <a:latin typeface="Fira Code"/>
                        </a:rPr>
                        <a:t>ret |= AC_FENCE_TYPE_POLYGON;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ModeGuidedNoGPS::init()</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start in angle control mode</a:t>
                      </a:r>
                    </a:p>
                    <a:p>
                      <a:pPr algn="l">
                        <a:lnSpc>
                          <a:spcPct val="106000"/>
                        </a:lnSpc>
                        <a:spcAft>
                          <a:spcPts val="0"/>
                        </a:spcAft>
                      </a:pPr>
                      <a:r>
                        <a:rPr sz="1100" b="0">
                          <a:solidFill>
                            <a:srgbClr val="333333"/>
                          </a:solidFill>
                          <a:latin typeface="Fira Code"/>
                        </a:rPr>
                        <a:t>ModeGuided::angle_control_start();</a:t>
                      </a:r>
                    </a:p>
                    <a:p>
                      <a:pPr algn="l">
                        <a:lnSpc>
                          <a:spcPct val="106000"/>
                        </a:lnSpc>
                        <a:spcAft>
                          <a:spcPts val="0"/>
                        </a:spcAft>
                      </a:pPr>
                      <a:r>
                        <a:rPr sz="1100" b="0">
                          <a:solidFill>
                            <a:srgbClr val="333333"/>
                          </a:solidFill>
                          <a:latin typeface="Fira Code"/>
                        </a:rPr>
                        <a:t>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 record clearing of breach</a:t>
                      </a:r>
                    </a:p>
                    <a:p>
                      <a:pPr algn="l">
                        <a:lnSpc>
                          <a:spcPct val="106000"/>
                        </a:lnSpc>
                        <a:spcAft>
                          <a:spcPts val="0"/>
                        </a:spcAft>
                      </a:pPr>
                      <a:r>
                        <a:rPr sz="1100" b="0">
                          <a:solidFill>
                            <a:srgbClr val="333333"/>
                          </a:solidFill>
                          <a:latin typeface="Fira Code"/>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Plane::auto_takeoff_check()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bad GPS</a:t>
                      </a:r>
                    </a:p>
                    <a:p>
                      <a:pPr algn="l">
                        <a:lnSpc>
                          <a:spcPct val="106000"/>
                        </a:lnSpc>
                        <a:spcAft>
                          <a:spcPts val="0"/>
                        </a:spcAft>
                      </a:pPr>
                      <a:r>
                        <a:rPr sz="1100" b="0">
                          <a:solidFill>
                            <a:srgbClr val="333333"/>
                          </a:solidFill>
                          <a:latin typeface="Fira Code"/>
                        </a:rPr>
                        <a:t>if (gps.status() &lt; AP_GPS::GPS_OK_FIX_3D) {</a:t>
                      </a:r>
                    </a:p>
                    <a:p>
                      <a:pPr algn="l">
                        <a:lnSpc>
                          <a:spcPct val="106000"/>
                        </a:lnSpc>
                        <a:spcAft>
                          <a:spcPts val="0"/>
                        </a:spcAft>
                      </a:pPr>
                      <a:r>
                        <a:rPr sz="1100" b="0">
                          <a:solidFill>
                            <a:srgbClr val="333333"/>
                          </a:solidFill>
                          <a:latin typeface="Fira Code"/>
                        </a:rPr>
                        <a:t>// no auto takeoff without GPS lock</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117-125</a:t>
                      </a:r>
                      <a:r>
                        <a:rPr sz="1100" b="0">
                          <a:solidFill>
                            <a:srgbClr val="999999"/>
                          </a:solidFill>
                          <a:latin typeface="Fira Code"/>
                        </a:rPr>
                        <a:t>  ·  </a:t>
                      </a:r>
                      <a:r>
                        <a:rPr sz="1100" b="0">
                          <a:solidFill>
                            <a:srgbClr val="999999"/>
                          </a:solidFill>
                          <a:latin typeface="Fira Code"/>
                        </a:rPr>
                        <a:t>Copter::ekf_over_threshold()</a:t>
                      </a:r>
                    </a:p>
                    <a:p>
                      <a:pPr algn="l">
                        <a:lnSpc>
                          <a:spcPct val="106000"/>
                        </a:lnSpc>
                        <a:spcAft>
                          <a:spcPts val="0"/>
                        </a:spcAft>
                      </a:pPr>
                      <a:r>
                        <a:rPr sz="1100" b="0">
                          <a:solidFill>
                            <a:srgbClr val="333333"/>
                          </a:solidFill>
                          <a:latin typeface="Fira Code"/>
                        </a:rPr>
                        <a:t>    float position_var, vel_var, height_var,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variances_valid = ahrs.get_variances(vel_var, position_var, height_var,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(!variances_valid)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Plane::ekf_check()</a:t>
                      </a:r>
                    </a:p>
                    <a:p>
                      <a:pPr algn="l">
                        <a:lnSpc>
                          <a:spcPct val="106000"/>
                        </a:lnSpc>
                        <a:spcAft>
                          <a:spcPts val="0"/>
                        </a:spcAft>
                      </a:pPr>
                      <a:r>
                        <a:rPr sz="1100" b="0">
                          <a:solidFill>
                            <a:srgbClr val="333333"/>
                          </a:solidFill>
                          <a:latin typeface="Fira Code"/>
                        </a:rPr>
                        <a:t>    // compare compass and velocity variance vs threshold</a:t>
                      </a:r>
                    </a:p>
                    <a:p>
                      <a:pPr algn="l">
                        <a:lnSpc>
                          <a:spcPct val="106000"/>
                        </a:lnSpc>
                        <a:spcAft>
                          <a:spcPts val="0"/>
                        </a:spcAft>
                      </a:pPr>
                      <a:r>
                        <a:rPr sz="1100" b="0">
                          <a:solidFill>
                            <a:srgbClr val="333333"/>
                          </a:solidFill>
                          <a:latin typeface="Fira Code"/>
                        </a:rPr>
                        <a:t>    if (ekf_over_threshold()) {</a:t>
                      </a:r>
                    </a:p>
                    <a:p>
                      <a:pPr algn="l">
                        <a:lnSpc>
                          <a:spcPct val="106000"/>
                        </a:lnSpc>
                        <a:spcAft>
                          <a:spcPts val="0"/>
                        </a:spcAft>
                      </a:pPr>
                      <a:r>
                        <a:rPr sz="1100" b="0">
                          <a:solidFill>
                            <a:srgbClr val="333333"/>
                          </a:solidFill>
                          <a:latin typeface="Fira Code"/>
                        </a:rPr>
                        <a:t>        // if compass is not yet flagged as bad</a:t>
                      </a:r>
                    </a:p>
                    <a:p>
                      <a:pPr algn="l">
                        <a:lnSpc>
                          <a:spcPct val="106000"/>
                        </a:lnSpc>
                        <a:spcAft>
                          <a:spcPts val="0"/>
                        </a:spcAft>
                      </a:pPr>
                      <a:r>
                        <a:rPr sz="1100" b="0">
                          <a:solidFill>
                            <a:srgbClr val="333333"/>
                          </a:solidFill>
                          <a:latin typeface="Fira Code"/>
                        </a:rPr>
                        <a:t>        if (!ekf_check_state.bad_variance) {</a:t>
                      </a:r>
                    </a:p>
                    <a:p>
                      <a:pPr algn="l">
                        <a:lnSpc>
                          <a:spcPct val="106000"/>
                        </a:lnSpc>
                        <a:spcAft>
                          <a:spcPts val="0"/>
                        </a:spcAft>
                      </a:pPr>
                      <a:r>
                        <a:rPr sz="1100" b="0">
                          <a:solidFill>
                            <a:srgbClr val="333333"/>
                          </a:solidFill>
                          <a:latin typeface="Fira Code"/>
                        </a:rPr>
                        <a:t>            // increase counter</a:t>
                      </a:r>
                    </a:p>
                    <a:p>
                      <a:pPr algn="l">
                        <a:lnSpc>
                          <a:spcPct val="106000"/>
                        </a:lnSpc>
                        <a:spcAft>
                          <a:spcPts val="0"/>
                        </a:spcAft>
                      </a:pPr>
                      <a:r>
                        <a:rPr sz="1100" b="0">
                          <a:solidFill>
                            <a:srgbClr val="333333"/>
                          </a:solidFill>
                          <a:latin typeface="Fira Code"/>
                        </a:rPr>
                        <a:t>            ekf_check_state.fail_count++;</a:t>
                      </a:r>
                    </a:p>
                    <a:p>
                      <a:pPr algn="l">
                        <a:lnSpc>
                          <a:spcPct val="106000"/>
                        </a:lnSpc>
                        <a:spcAft>
                          <a:spcPts val="0"/>
                        </a:spcAft>
                      </a:pPr>
                      <a:r>
                        <a:rPr sz="1100" b="0">
                          <a:solidFill>
                            <a:srgbClr val="333333"/>
                          </a:solidFill>
                          <a:latin typeface="Fira Code"/>
                        </a:rPr>
                        <a:t>            if (ekf_check_state.fail_count == (EKF_CHECK_ITERATIONS_MAX-2)) {</a:t>
                      </a:r>
                    </a:p>
                    <a:p>
                      <a:pPr algn="l">
                        <a:lnSpc>
                          <a:spcPct val="106000"/>
                        </a:lnSpc>
                        <a:spcAft>
                          <a:spcPts val="0"/>
                        </a:spcAft>
                      </a:pPr>
                      <a:r>
                        <a:rPr sz="1100" b="0">
                          <a:solidFill>
                            <a:srgbClr val="333333"/>
                          </a:solidFill>
                          <a:latin typeface="Fira Code"/>
                        </a:rPr>
                        <a:t>                // we are two iterations away from declaring an EKF failsafe, ask the EKF if we can reset</a:t>
                      </a:r>
                    </a:p>
                    <a:p>
                      <a:pPr algn="l">
                        <a:lnSpc>
                          <a:spcPct val="106000"/>
                        </a:lnSpc>
                        <a:spcAft>
                          <a:spcPts val="0"/>
                        </a:spcAft>
                      </a:pPr>
                      <a:r>
                        <a:rPr sz="1100" b="0">
                          <a:solidFill>
                            <a:srgbClr val="333333"/>
                          </a:solidFill>
                          <a:latin typeface="Fira Code"/>
                        </a:rPr>
                        <a:t>                // yaw to resolve the issue</a:t>
                      </a:r>
                    </a:p>
                    <a:p>
                      <a:pPr algn="l">
                        <a:lnSpc>
                          <a:spcPct val="106000"/>
                        </a:lnSpc>
                        <a:spcAft>
                          <a:spcPts val="0"/>
                        </a:spcAft>
                      </a:pPr>
                      <a:r>
                        <a:rPr sz="1100" b="0">
                          <a:solidFill>
                            <a:srgbClr val="333333"/>
                          </a:solidFill>
                          <a:latin typeface="Fira Code"/>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Rover/ekf_check.cpp</a:t>
                      </a:r>
                      <a:r>
                        <a:rPr sz="1100" b="0">
                          <a:solidFill>
                            <a:srgbClr val="999999"/>
                          </a:solidFill>
                          <a:latin typeface="Fira Code"/>
                        </a:rPr>
                        <a:t>  ·  </a:t>
                      </a:r>
                      <a:r>
                        <a:rPr sz="1100" b="0">
                          <a:solidFill>
                            <a:srgbClr val="999999"/>
                          </a:solidFill>
                          <a:latin typeface="Fira Code"/>
                        </a:rPr>
                        <a:t>93-102</a:t>
                      </a:r>
                      <a:r>
                        <a:rPr sz="1100" b="0">
                          <a:solidFill>
                            <a:srgbClr val="999999"/>
                          </a:solidFill>
                          <a:latin typeface="Fira Code"/>
                        </a:rPr>
                        <a:t>  ·  </a:t>
                      </a:r>
                      <a:r>
                        <a:rPr sz="1100" b="0">
                          <a:solidFill>
                            <a:srgbClr val="999999"/>
                          </a:solidFill>
                          <a:latin typeface="Fira Code"/>
                        </a:rPr>
                        <a:t>Rover::ekf_over_threshold()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use EKF to get variance</a:t>
                      </a:r>
                    </a:p>
                    <a:p>
                      <a:pPr algn="l">
                        <a:lnSpc>
                          <a:spcPct val="106000"/>
                        </a:lnSpc>
                        <a:spcAft>
                          <a:spcPts val="0"/>
                        </a:spcAft>
                      </a:pPr>
                      <a:r>
                        <a:rPr sz="1100" b="0">
                          <a:solidFill>
                            <a:srgbClr val="333333"/>
                          </a:solidFill>
                          <a:latin typeface="Fira Code"/>
                        </a:rPr>
                        <a:t>    float position_variance, vel_variance, height_variance,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ahrs.get_variances(vel_variance, position_variance, height_variance,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true if two of compass, velocity and position variances are over the threshold</a:t>
                      </a:r>
                    </a:p>
                    <a:p>
                      <a:pPr algn="l">
                        <a:lnSpc>
                          <a:spcPct val="106000"/>
                        </a:lnSpc>
                        <a:spcAft>
                          <a:spcPts val="0"/>
                        </a:spcAft>
                      </a:pPr>
                      <a:r>
                        <a:rPr sz="1100" b="0">
                          <a:solidFill>
                            <a:srgbClr val="333333"/>
                          </a:solidFill>
                          <a:latin typeface="Fira Code"/>
                        </a:rPr>
                        <a:t>    uint8_t over_thresh_count = 0;</a:t>
                      </a:r>
                    </a:p>
                    <a:p>
                      <a:pPr algn="l">
                        <a:lnSpc>
                          <a:spcPct val="106000"/>
                        </a:lnSpc>
                        <a:spcAft>
                          <a:spcPts val="0"/>
                        </a:spcAft>
                      </a:pPr>
                      <a:r>
                        <a:rPr sz="1100" b="0">
                          <a:solidFill>
                            <a:srgbClr val="333333"/>
                          </a:solidFill>
                          <a:latin typeface="Fira Code"/>
                        </a:rPr>
                        <a:t>    if (mag_variance.length() &gt;= g.fs_ekf_thresh) {</a:t>
                      </a:r>
                    </a:p>
                    <a:p>
                      <a:pPr algn="l">
                        <a:lnSpc>
                          <a:spcPct val="106000"/>
                        </a:lnSpc>
                        <a:spcAft>
                          <a:spcPts val="0"/>
                        </a:spcAft>
                      </a:pPr>
                      <a:r>
                        <a:rPr sz="1100" b="0">
                          <a:solidFill>
                            <a:srgbClr val="333333"/>
                          </a:solidFill>
                          <a:latin typeface="Fira Code"/>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112-121</a:t>
                      </a:r>
                      <a:r>
                        <a:rPr sz="1100" b="0">
                          <a:solidFill>
                            <a:srgbClr val="999999"/>
                          </a:solidFill>
                          <a:latin typeface="Fira Code"/>
                        </a:rPr>
                        <a:t>  ·  </a:t>
                      </a:r>
                      <a:r>
                        <a:rPr sz="1100" b="0">
                          <a:solidFill>
                            <a:srgbClr val="999999"/>
                          </a:solidFill>
                          <a:latin typeface="Fira Code"/>
                        </a:rPr>
                        <a:t>Sub::failsafe_ekf_check()</a:t>
                      </a:r>
                    </a:p>
                    <a:p>
                      <a:pPr algn="l">
                        <a:lnSpc>
                          <a:spcPct val="106000"/>
                        </a:lnSpc>
                        <a:spcAft>
                          <a:spcPts val="0"/>
                        </a:spcAft>
                      </a:pPr>
                      <a:r>
                        <a:rPr sz="1100" b="0">
                          <a:solidFill>
                            <a:srgbClr val="333333"/>
                          </a:solidFill>
                          <a:latin typeface="Fira Code"/>
                        </a:rPr>
                        <a:t>    Vector3f magVar;</a:t>
                      </a:r>
                    </a:p>
                    <a:p>
                      <a:pPr algn="l">
                        <a:lnSpc>
                          <a:spcPct val="106000"/>
                        </a:lnSpc>
                        <a:spcAft>
                          <a:spcPts val="0"/>
                        </a:spcAft>
                      </a:pPr>
                      <a:r>
                        <a:rPr sz="1100" b="0">
                          <a:solidFill>
                            <a:srgbClr val="333333"/>
                          </a:solidFill>
                          <a:latin typeface="Fira Code"/>
                        </a:rPr>
                        <a:t>    float compass_variance;</a:t>
                      </a:r>
                    </a:p>
                    <a:p>
                      <a:pPr algn="l">
                        <a:lnSpc>
                          <a:spcPct val="106000"/>
                        </a:lnSpc>
                        <a:spcAft>
                          <a:spcPts val="0"/>
                        </a:spcAft>
                      </a:pPr>
                      <a:r>
                        <a:rPr sz="1100" b="0">
                          <a:solidFill>
                            <a:srgbClr val="333333"/>
                          </a:solidFill>
                          <a:latin typeface="Fira Code"/>
                        </a:rPr>
                        <a:t>    float vel_variance;</a:t>
                      </a:r>
                    </a:p>
                    <a:p>
                      <a:pPr algn="l">
                        <a:lnSpc>
                          <a:spcPct val="106000"/>
                        </a:lnSpc>
                        <a:spcAft>
                          <a:spcPts val="0"/>
                        </a:spcAft>
                      </a:pPr>
                      <a:r>
                        <a:rPr sz="1100" b="0">
                          <a:solidFill>
                            <a:srgbClr val="333333"/>
                          </a:solidFill>
                          <a:latin typeface="Fira Code"/>
                        </a:rPr>
                        <a:t>    ahrs.get_variances(vel_variance, posVar, hgtVar, magVar, tasVar);</a:t>
                      </a:r>
                    </a:p>
                    <a:p>
                      <a:pPr algn="l">
                        <a:lnSpc>
                          <a:spcPct val="106000"/>
                        </a:lnSpc>
                        <a:spcAft>
                          <a:spcPts val="0"/>
                        </a:spcAft>
                      </a:pPr>
                      <a:r>
                        <a:rPr sz="1100" b="0">
                          <a:solidFill>
                            <a:srgbClr val="333333"/>
                          </a:solidFill>
                          <a:latin typeface="Fira Code"/>
                        </a:rPr>
                        <a:t>    compass_variance = magVar.length();</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(compass_variance &lt; g.fs_ekf_thresh &amp;&amp; vel_variance &lt; g.fs_ekf_thresh) {</a:t>
                      </a:r>
                    </a:p>
                    <a:p>
                      <a:pPr algn="l">
                        <a:lnSpc>
                          <a:spcPct val="106000"/>
                        </a:lnSpc>
                        <a:spcAft>
                          <a:spcPts val="0"/>
                        </a:spcAft>
                      </a:pPr>
                      <a:r>
                        <a:rPr sz="1100" b="0">
                          <a:solidFill>
                            <a:srgbClr val="333333"/>
                          </a:solidFill>
                          <a:latin typeface="Fira Code"/>
                        </a:rPr>
                        <a:t>        last_ekf_good_ms = AP_HAL::millis();</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65-74</a:t>
                      </a:r>
                      <a:r>
                        <a:rPr sz="1100" b="0">
                          <a:solidFill>
                            <a:srgbClr val="999999"/>
                          </a:solidFill>
                          <a:latin typeface="Fira Code"/>
                        </a:rPr>
                        <a:t>  ·  </a:t>
                      </a:r>
                      <a:r>
                        <a:rPr sz="1100" b="0">
                          <a:solidFill>
                            <a:srgbClr val="999999"/>
                          </a:solidFill>
                          <a:latin typeface="Fira Code"/>
                        </a:rPr>
                        <a:t>Copter::crash_check() — attitude test</a:t>
                      </a:r>
                    </a:p>
                    <a:p>
                      <a:pPr algn="l">
                        <a:lnSpc>
                          <a:spcPct val="106000"/>
                        </a:lnSpc>
                        <a:spcAft>
                          <a:spcPts val="0"/>
                        </a:spcAft>
                      </a:pPr>
                      <a:r>
                        <a:rPr sz="1100" b="0">
                          <a:solidFill>
                            <a:srgbClr val="333333"/>
                          </a:solidFill>
                          <a:latin typeface="Fira Code"/>
                        </a:rPr>
                        <a:t>    // check for lean angle over 15 degrees</a:t>
                      </a:r>
                    </a:p>
                    <a:p>
                      <a:pPr algn="l">
                        <a:lnSpc>
                          <a:spcPct val="106000"/>
                        </a:lnSpc>
                        <a:spcAft>
                          <a:spcPts val="0"/>
                        </a:spcAft>
                      </a:pPr>
                      <a:r>
                        <a:rPr sz="1100" b="0">
                          <a:solidFill>
                            <a:srgbClr val="333333"/>
                          </a:solidFill>
                          <a:latin typeface="Fira Code"/>
                        </a:rPr>
                        <a:t>    const float lean_angle_deg = degrees(acosf(ahrs.cos_roll()*ahrs.cos_pitch()));</a:t>
                      </a:r>
                    </a:p>
                    <a:p>
                      <a:pPr algn="l">
                        <a:lnSpc>
                          <a:spcPct val="106000"/>
                        </a:lnSpc>
                        <a:spcAft>
                          <a:spcPts val="0"/>
                        </a:spcAft>
                      </a:pPr>
                      <a:r>
                        <a:rPr sz="1100" b="0">
                          <a:solidFill>
                            <a:srgbClr val="333333"/>
                          </a:solidFill>
                          <a:latin typeface="Fira Code"/>
                        </a:rPr>
                        <a:t>    if (lean_angle_deg &lt;= CRASH_CHECK_ANGLE_MIN_DEG)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angle error over 30 degrees</a:t>
                      </a:r>
                    </a:p>
                    <a:p>
                      <a:pPr algn="l">
                        <a:lnSpc>
                          <a:spcPct val="106000"/>
                        </a:lnSpc>
                        <a:spcAft>
                          <a:spcPts val="0"/>
                        </a:spcAft>
                      </a:pPr>
                      <a:r>
                        <a:rPr sz="1100" b="0">
                          <a:solidFill>
                            <a:srgbClr val="333333"/>
                          </a:solidFill>
                          <a:latin typeface="Fira Code"/>
                        </a:rPr>
                        <a:t>    const float angle_error = attitude_control-&gt;get_att_error_angle_deg();</a:t>
                      </a:r>
                    </a:p>
                    <a:p>
                      <a:pPr algn="l">
                        <a:lnSpc>
                          <a:spcPct val="106000"/>
                        </a:lnSpc>
                        <a:spcAft>
                          <a:spcPts val="0"/>
                        </a:spcAft>
                      </a:pPr>
                      <a:r>
                        <a:rPr sz="1100" b="0">
                          <a:solidFill>
                            <a:srgbClr val="333333"/>
                          </a:solidFill>
                          <a:latin typeface="Fira Code"/>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78-84</a:t>
                      </a:r>
                      <a:r>
                        <a:rPr sz="1100" b="0">
                          <a:solidFill>
                            <a:srgbClr val="999999"/>
                          </a:solidFill>
                          <a:latin typeface="Fira Code"/>
                        </a:rPr>
                        <a:t>  ·  </a:t>
                      </a:r>
                      <a:r>
                        <a:rPr sz="1100" b="0">
                          <a:solidFill>
                            <a:srgbClr val="999999"/>
                          </a:solidFill>
                          <a:latin typeface="Fira Code"/>
                        </a:rPr>
                        <a:t>Copter::crash_check() — velocity test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speed under 10m/s (if available)</a:t>
                      </a:r>
                    </a:p>
                    <a:p>
                      <a:pPr algn="l">
                        <a:lnSpc>
                          <a:spcPct val="106000"/>
                        </a:lnSpc>
                        <a:spcAft>
                          <a:spcPts val="0"/>
                        </a:spcAft>
                      </a:pPr>
                      <a:r>
                        <a:rPr sz="1100" b="0">
                          <a:solidFill>
                            <a:srgbClr val="333333"/>
                          </a:solidFill>
                          <a:latin typeface="Fira Code"/>
                        </a:rPr>
                        <a:t>    Vector3f vel_ned;</a:t>
                      </a:r>
                    </a:p>
                    <a:p>
                      <a:pPr algn="l">
                        <a:lnSpc>
                          <a:spcPct val="106000"/>
                        </a:lnSpc>
                        <a:spcAft>
                          <a:spcPts val="0"/>
                        </a:spcAft>
                      </a:pPr>
                      <a:r>
                        <a:rPr sz="1100" b="0">
                          <a:solidFill>
                            <a:srgbClr val="333333"/>
                          </a:solidFill>
                          <a:latin typeface="Fira Code"/>
                        </a:rPr>
                        <a:t>    if (ahrs.get_velocity_NED(vel_ned) &amp;&amp; (vel_ned.length() &gt;= CRASH_CHECK_SPEED_MAX))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ArduPlane/GCS_MAVLink_Plane.cpp</a:t>
                      </a:r>
                      <a:r>
                        <a:rPr sz="1100" b="0">
                          <a:solidFill>
                            <a:srgbClr val="999999"/>
                          </a:solidFill>
                          <a:latin typeface="Fira Code"/>
                        </a:rPr>
                        <a:t>  ·  </a:t>
                      </a:r>
                      <a:r>
                        <a:rPr sz="1100" b="0">
                          <a:solidFill>
                            <a:srgbClr val="999999"/>
                          </a:solidFill>
                          <a:latin typeface="Fira Code"/>
                        </a:rPr>
                        <a:t>204-212</a:t>
                      </a:r>
                      <a:r>
                        <a:rPr sz="1100" b="0">
                          <a:solidFill>
                            <a:srgbClr val="999999"/>
                          </a:solidFill>
                          <a:latin typeface="Fira Code"/>
                        </a:rPr>
                        <a:t>  ·  </a:t>
                      </a:r>
                      <a:r>
                        <a:rPr sz="1100" b="0">
                          <a:solidFill>
                            <a:srgbClr val="999999"/>
                          </a:solidFill>
                          <a:latin typeface="Fira Code"/>
                        </a:rPr>
                        <a:t>GCS_MAVLINK_Plane::send_nav_controller_output()</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(plane.control_mode == &amp;plane.mode_manual)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    const QuadPlane &amp;quadplane = plane.quadplane;</a:t>
                      </a:r>
                    </a:p>
                    <a:p>
                      <a:pPr algn="l">
                        <a:lnSpc>
                          <a:spcPct val="106000"/>
                        </a:lnSpc>
                        <a:spcAft>
                          <a:spcPts val="0"/>
                        </a:spcAft>
                      </a:pPr>
                      <a:r>
                        <a:rPr sz="1100" b="0">
                          <a:solidFill>
                            <a:srgbClr val="333333"/>
                          </a:solidFill>
                          <a:latin typeface="Fira Code"/>
                        </a:rPr>
                        <a:t>    if (quadplane.show_vtol_view() &amp;&amp; quadplane.using_wp_nav()) {</a:t>
                      </a:r>
                    </a:p>
                    <a:p>
                      <a:pPr algn="l">
                        <a:lnSpc>
                          <a:spcPct val="106000"/>
                        </a:lnSpc>
                        <a:spcAft>
                          <a:spcPts val="0"/>
                        </a:spcAft>
                      </a:pPr>
                      <a:r>
                        <a:rPr sz="1100" b="0">
                          <a:solidFill>
                            <a:srgbClr val="333333"/>
                          </a:solidFill>
                          <a:latin typeface="Fira Code"/>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ArduPlane/Attitude.cpp</a:t>
                      </a:r>
                      <a:r>
                        <a:rPr sz="1100" b="0">
                          <a:solidFill>
                            <a:srgbClr val="999999"/>
                          </a:solidFill>
                          <a:latin typeface="Fira Code"/>
                        </a:rPr>
                        <a:t>  ·  </a:t>
                      </a:r>
                      <a:r>
                        <a:rPr sz="1100" b="0">
                          <a:solidFill>
                            <a:srgbClr val="999999"/>
                          </a:solidFill>
                          <a:latin typeface="Fira Code"/>
                        </a:rPr>
                        <a:t>604-611</a:t>
                      </a:r>
                      <a:r>
                        <a:rPr sz="1100" b="0">
                          <a:solidFill>
                            <a:srgbClr val="999999"/>
                          </a:solidFill>
                          <a:latin typeface="Fira Code"/>
                        </a:rPr>
                        <a:t>  ·  </a:t>
                      </a:r>
                      <a:r>
                        <a:rPr sz="1100" b="0">
                          <a:solidFill>
                            <a:srgbClr val="999999"/>
                          </a:solidFill>
                          <a:latin typeface="Fira Code"/>
                        </a:rPr>
                        <a:t>Plane::calc_nav_roll()</a:t>
                      </a:r>
                    </a:p>
                    <a:p>
                      <a:pPr algn="l">
                        <a:lnSpc>
                          <a:spcPct val="106000"/>
                        </a:lnSpc>
                        <a:spcAft>
                          <a:spcPts val="0"/>
                        </a:spcAft>
                      </a:pPr>
                      <a:r>
                        <a:rPr sz="1100" b="0">
                          <a:solidFill>
                            <a:srgbClr val="333333"/>
                          </a:solidFill>
                          <a:latin typeface="Fira Code"/>
                        </a:rPr>
                        <a:t>  calculate a new nav_roll_cd from the navigation controller</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int32_t commanded_roll = nav_controller-&gt;nav_roll_cd();</a:t>
                      </a:r>
                    </a:p>
                    <a:p>
                      <a:pPr algn="l">
                        <a:lnSpc>
                          <a:spcPct val="106000"/>
                        </a:lnSpc>
                        <a:spcAft>
                          <a:spcPts val="0"/>
                        </a:spcAft>
                      </a:pPr>
                      <a:r>
                        <a:rPr sz="1100" b="0">
                          <a:solidFill>
                            <a:srgbClr val="333333"/>
                          </a:solidFill>
                          <a:latin typeface="Fira Code"/>
                        </a:rPr>
                        <a:t>    nav_roll_cd = constrain_int32(commanded_roll, -roll_limit_cd, roll_limit_cd);</a:t>
                      </a:r>
                    </a:p>
                    <a:p>
                      <a:pPr algn="l">
                        <a:lnSpc>
                          <a:spcPct val="106000"/>
                        </a:lnSpc>
                        <a:spcAft>
                          <a:spcPts val="0"/>
                        </a:spcAft>
                      </a:pPr>
                      <a:r>
                        <a:rPr sz="1100" b="0">
                          <a:solidFill>
                            <a:srgbClr val="333333"/>
                          </a:solidFill>
                          <a:latin typeface="Fira Code"/>
                        </a:rPr>
                        <a:t>    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86-94</a:t>
                      </a:r>
                      <a:r>
                        <a:rPr sz="1100" b="0">
                          <a:solidFill>
                            <a:srgbClr val="999999"/>
                          </a:solidFill>
                          <a:latin typeface="Fira Code"/>
                        </a:rPr>
                        <a:t>  ·  </a:t>
                      </a:r>
                      <a:r>
                        <a:rPr sz="1100" b="0">
                          <a:solidFill>
                            <a:srgbClr val="999999"/>
                          </a:solidFill>
                          <a:latin typeface="Fira Code"/>
                        </a:rPr>
                        <a:t>Plane::navigate()</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 not navigate with corrupt data</a:t>
                      </a:r>
                    </a:p>
                    <a:p>
                      <a:pPr algn="l">
                        <a:lnSpc>
                          <a:spcPct val="106000"/>
                        </a:lnSpc>
                        <a:spcAft>
                          <a:spcPts val="0"/>
                        </a:spcAft>
                      </a:pPr>
                      <a:r>
                        <a:rPr sz="1100" b="0">
                          <a:solidFill>
                            <a:srgbClr val="333333"/>
                          </a:solidFill>
                          <a:latin typeface="Fira Code"/>
                        </a:rPr>
                        <a:t>    // ---------------------------------</a:t>
                      </a:r>
                    </a:p>
                    <a:p>
                      <a:pPr algn="l">
                        <a:lnSpc>
                          <a:spcPct val="106000"/>
                        </a:lnSpc>
                        <a:spcAft>
                          <a:spcPts val="0"/>
                        </a:spcAft>
                      </a:pPr>
                      <a:r>
                        <a:rPr sz="1100" b="0">
                          <a:solidFill>
                            <a:srgbClr val="333333"/>
                          </a:solidFill>
                          <a:latin typeface="Fira Code"/>
                        </a:rPr>
                        <a:t>    if (!have_position)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304-311</a:t>
                      </a:r>
                      <a:r>
                        <a:rPr sz="1100" b="0">
                          <a:solidFill>
                            <a:srgbClr val="999999"/>
                          </a:solidFill>
                          <a:latin typeface="Fira Code"/>
                        </a:rPr>
                        <a:t>  ·  </a:t>
                      </a:r>
                      <a:r>
                        <a:rPr sz="1100" b="0">
                          <a:solidFill>
                            <a:srgbClr val="999999"/>
                          </a:solidFill>
                          <a:latin typeface="Fira Code"/>
                        </a:rPr>
                        <a:t>Plane::calc_gndspeed_undershoot()</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if (ahrs.have_inertial_nav() &amp;&amp; ahrs.get_velocity_NED(velNED)) {</a:t>
                      </a:r>
                    </a:p>
                    <a:p>
                      <a:pPr algn="l">
                        <a:lnSpc>
                          <a:spcPct val="106000"/>
                        </a:lnSpc>
                        <a:spcAft>
                          <a:spcPts val="0"/>
                        </a:spcAft>
                      </a:pPr>
                      <a:r>
                        <a:rPr sz="1100" b="0">
                          <a:solidFill>
                            <a:srgbClr val="333333"/>
                          </a:solidFill>
                          <a:latin typeface="Fira Code"/>
                        </a:rPr>
                        <a:t>        const Matrix3f &amp;rotMat = ahrs.get_rotation_body_to_ned();</a:t>
                      </a:r>
                    </a:p>
                    <a:p>
                      <a:pPr algn="l">
                        <a:lnSpc>
                          <a:spcPct val="106000"/>
                        </a:lnSpc>
                        <a:spcAft>
                          <a:spcPts val="0"/>
                        </a:spcAft>
                      </a:pPr>
                      <a:r>
                        <a:rPr sz="1100" b="0">
                          <a:solidFill>
                            <a:srgbClr val="333333"/>
                          </a:solidFill>
                          <a:latin typeface="Fira Code"/>
                        </a:rPr>
                        <a:t>        Vector2f yawVect = Vector2f(rotMat.a.x,rotMat.b.x);</a:t>
                      </a:r>
                    </a:p>
                    <a:p>
                      <a:pPr algn="l">
                        <a:lnSpc>
                          <a:spcPct val="106000"/>
                        </a:lnSpc>
                        <a:spcAft>
                          <a:spcPts val="0"/>
                        </a:spcAft>
                      </a:pPr>
                      <a:r>
                        <a:rPr sz="1100" b="0">
                          <a:solidFill>
                            <a:srgbClr val="333333"/>
                          </a:solidFill>
                          <a:latin typeface="Fira Code"/>
                        </a:rPr>
                        <a:t>        if (!yawVect.is_zero()) {</a:t>
                      </a:r>
                    </a:p>
                    <a:p>
                      <a:pPr algn="l">
                        <a:lnSpc>
                          <a:spcPct val="106000"/>
                        </a:lnSpc>
                        <a:spcAft>
                          <a:spcPts val="0"/>
                        </a:spcAft>
                      </a:pPr>
                      <a:r>
                        <a:rPr sz="1100" b="0">
                          <a:solidFill>
                            <a:srgbClr val="333333"/>
                          </a:solidFill>
                          <a:latin typeface="Fira Code"/>
                        </a:rPr>
                        <a:t>            yawVect.normalize();</a:t>
                      </a:r>
                    </a:p>
                    <a:p>
                      <a:pPr algn="l">
                        <a:lnSpc>
                          <a:spcPct val="106000"/>
                        </a:lnSpc>
                        <a:spcAft>
                          <a:spcPts val="0"/>
                        </a:spcAft>
                      </a:pPr>
                      <a:r>
                        <a:rPr sz="1100" b="0">
                          <a:solidFill>
                            <a:srgbClr val="333333"/>
                          </a:solidFill>
                          <a:latin typeface="Fira Code"/>
                        </a:rPr>
                        <a:t>            float gndSpdFwd = yawVect * velNED.xy();</a:t>
                      </a:r>
                    </a:p>
                    <a:p>
                      <a:pPr algn="l">
                        <a:lnSpc>
                          <a:spcPct val="106000"/>
                        </a:lnSpc>
                        <a:spcAft>
                          <a:spcPts val="0"/>
                        </a:spcAft>
                      </a:pPr>
                      <a:r>
                        <a:rPr sz="1100" b="0">
                          <a:solidFill>
                            <a:srgbClr val="333333"/>
                          </a:solidFill>
                          <a:latin typeface="Fira Code"/>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float position_var, vel_var, height_var,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variances_valid = ahrs.get_variances(vel_var, position_var, height_var, mag_variance, tas_variance);</a:t>
                      </a:r>
                    </a:p>
                    <a:p>
                      <a:pPr algn="l">
                        <a:lnSpc>
                          <a:spcPct val="106000"/>
                        </a:lnSpc>
                        <a:spcAft>
                          <a:spcPts val="0"/>
                        </a:spcAft>
                      </a:pPr>
                      <a:r>
                        <a:rPr sz="1100" b="0">
                          <a:solidFill>
                            <a:srgbClr val="333333"/>
                          </a:solidFill>
                          <a:latin typeface="Fira Code"/>
                        </a:rPr>
                        <a:t>if (!variances_valid)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compare compass and velocity variance vs threshold</a:t>
                      </a:r>
                    </a:p>
                    <a:p>
                      <a:pPr algn="l">
                        <a:lnSpc>
                          <a:spcPct val="106000"/>
                        </a:lnSpc>
                        <a:spcAft>
                          <a:spcPts val="0"/>
                        </a:spcAft>
                      </a:pPr>
                      <a:r>
                        <a:rPr sz="1100" b="0">
                          <a:solidFill>
                            <a:srgbClr val="333333"/>
                          </a:solidFill>
                          <a:latin typeface="Fira Code"/>
                        </a:rPr>
                        <a:t>if (ekf_over_threshold()) {</a:t>
                      </a:r>
                    </a:p>
                    <a:p>
                      <a:pPr algn="l">
                        <a:lnSpc>
                          <a:spcPct val="106000"/>
                        </a:lnSpc>
                        <a:spcAft>
                          <a:spcPts val="0"/>
                        </a:spcAft>
                      </a:pPr>
                      <a:r>
                        <a:rPr sz="1100" b="0">
                          <a:solidFill>
                            <a:srgbClr val="333333"/>
                          </a:solidFill>
                          <a:latin typeface="Fira Code"/>
                        </a:rPr>
                        <a:t>// if compass is not yet flagged as bad</a:t>
                      </a:r>
                    </a:p>
                    <a:p>
                      <a:pPr algn="l">
                        <a:lnSpc>
                          <a:spcPct val="106000"/>
                        </a:lnSpc>
                        <a:spcAft>
                          <a:spcPts val="0"/>
                        </a:spcAft>
                      </a:pPr>
                      <a:r>
                        <a:rPr sz="1100" b="0">
                          <a:solidFill>
                            <a:srgbClr val="333333"/>
                          </a:solidFill>
                          <a:latin typeface="Fira Code"/>
                        </a:rPr>
                        <a:t>if (!ekf_check_state.bad_variance) {</a:t>
                      </a:r>
                    </a:p>
                    <a:p>
                      <a:pPr algn="l">
                        <a:lnSpc>
                          <a:spcPct val="106000"/>
                        </a:lnSpc>
                        <a:spcAft>
                          <a:spcPts val="0"/>
                        </a:spcAft>
                      </a:pPr>
                      <a:r>
                        <a:rPr sz="1100" b="0">
                          <a:solidFill>
                            <a:srgbClr val="333333"/>
                          </a:solidFill>
                          <a:latin typeface="Fira Code"/>
                        </a:rPr>
                        <a:t>// increase counter</a:t>
                      </a:r>
                    </a:p>
                    <a:p>
                      <a:pPr algn="l">
                        <a:lnSpc>
                          <a:spcPct val="106000"/>
                        </a:lnSpc>
                        <a:spcAft>
                          <a:spcPts val="0"/>
                        </a:spcAft>
                      </a:pPr>
                      <a:r>
                        <a:rPr sz="1100" b="0">
                          <a:solidFill>
                            <a:srgbClr val="333333"/>
                          </a:solidFill>
                          <a:latin typeface="Fira Code"/>
                        </a:rPr>
                        <a:t>ekf_check_state.fail_count++;</a:t>
                      </a:r>
                    </a:p>
                    <a:p>
                      <a:pPr algn="l">
                        <a:lnSpc>
                          <a:spcPct val="106000"/>
                        </a:lnSpc>
                        <a:spcAft>
                          <a:spcPts val="0"/>
                        </a:spcAft>
                      </a:pPr>
                      <a:r>
                        <a:rPr sz="1100" b="0">
                          <a:solidFill>
                            <a:srgbClr val="333333"/>
                          </a:solidFill>
                          <a:latin typeface="Fira Code"/>
                        </a:rPr>
                        <a:t>if (ekf_check_state.fail_count == (EKF_CHECK_ITERATIONS_MAX-2)) {</a:t>
                      </a:r>
                    </a:p>
                    <a:p>
                      <a:pPr algn="l">
                        <a:lnSpc>
                          <a:spcPct val="106000"/>
                        </a:lnSpc>
                        <a:spcAft>
                          <a:spcPts val="0"/>
                        </a:spcAft>
                      </a:pPr>
                      <a:r>
                        <a:rPr sz="1100" b="0">
                          <a:solidFill>
                            <a:srgbClr val="333333"/>
                          </a:solidFill>
                          <a:latin typeface="Fira Code"/>
                        </a:rPr>
                        <a:t>// we are two iterations away from declaring an EKF failsafe, ask the EKF if we can reset</a:t>
                      </a:r>
                    </a:p>
                    <a:p>
                      <a:pPr algn="l">
                        <a:lnSpc>
                          <a:spcPct val="106000"/>
                        </a:lnSpc>
                        <a:spcAft>
                          <a:spcPts val="0"/>
                        </a:spcAft>
                      </a:pPr>
                      <a:r>
                        <a:rPr sz="1100" b="0">
                          <a:solidFill>
                            <a:srgbClr val="333333"/>
                          </a:solidFill>
                          <a:latin typeface="Fira Code"/>
                        </a:rPr>
                        <a:t>// yaw to resolve the issue</a:t>
                      </a:r>
                    </a:p>
                    <a:p>
                      <a:pPr algn="l">
                        <a:lnSpc>
                          <a:spcPct val="106000"/>
                        </a:lnSpc>
                        <a:spcAft>
                          <a:spcPts val="0"/>
                        </a:spcAft>
                      </a:pPr>
                      <a:r>
                        <a:rPr sz="1100" b="0">
                          <a:solidFill>
                            <a:srgbClr val="333333"/>
                          </a:solidFill>
                          <a:latin typeface="Fira Code"/>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use EKF to get variance</a:t>
                      </a:r>
                    </a:p>
                    <a:p>
                      <a:pPr algn="l">
                        <a:lnSpc>
                          <a:spcPct val="106000"/>
                        </a:lnSpc>
                        <a:spcAft>
                          <a:spcPts val="0"/>
                        </a:spcAft>
                      </a:pPr>
                      <a:r>
                        <a:rPr sz="1100" b="0">
                          <a:solidFill>
                            <a:srgbClr val="333333"/>
                          </a:solidFill>
                          <a:latin typeface="Fira Code"/>
                        </a:rPr>
                        <a:t>float position_variance, vel_variance, height_variance,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ahrs.get_variances(vel_variance, position_variance, height_variance, mag_variance, tas_variance);</a:t>
                      </a:r>
                    </a:p>
                    <a:p>
                      <a:pPr algn="l">
                        <a:lnSpc>
                          <a:spcPct val="106000"/>
                        </a:lnSpc>
                        <a:spcAft>
                          <a:spcPts val="0"/>
                        </a:spcAft>
                      </a:pPr>
                      <a:r>
                        <a:rPr sz="1100" b="0">
                          <a:solidFill>
                            <a:srgbClr val="333333"/>
                          </a:solidFill>
                          <a:latin typeface="Fira Code"/>
                        </a:rPr>
                        <a:t>// return true if two of compass, velocity and position variances are over the threshold</a:t>
                      </a:r>
                    </a:p>
                    <a:p>
                      <a:pPr algn="l">
                        <a:lnSpc>
                          <a:spcPct val="106000"/>
                        </a:lnSpc>
                        <a:spcAft>
                          <a:spcPts val="0"/>
                        </a:spcAft>
                      </a:pPr>
                      <a:r>
                        <a:rPr sz="1100" b="0">
                          <a:solidFill>
                            <a:srgbClr val="333333"/>
                          </a:solidFill>
                          <a:latin typeface="Fira Code"/>
                        </a:rPr>
                        <a:t>uint8_t over_thresh_count = 0;</a:t>
                      </a:r>
                    </a:p>
                    <a:p>
                      <a:pPr algn="l">
                        <a:lnSpc>
                          <a:spcPct val="106000"/>
                        </a:lnSpc>
                        <a:spcAft>
                          <a:spcPts val="0"/>
                        </a:spcAft>
                      </a:pPr>
                      <a:r>
                        <a:rPr sz="1100" b="0">
                          <a:solidFill>
                            <a:srgbClr val="333333"/>
                          </a:solidFill>
                          <a:latin typeface="Fira Code"/>
                        </a:rPr>
                        <a:t>if (mag_variance.length() &gt;= g.fs_ekf_thresh) {</a:t>
                      </a:r>
                    </a:p>
                    <a:p>
                      <a:pPr algn="l">
                        <a:lnSpc>
                          <a:spcPct val="106000"/>
                        </a:lnSpc>
                        <a:spcAft>
                          <a:spcPts val="0"/>
                        </a:spcAft>
                      </a:pPr>
                      <a:r>
                        <a:rPr sz="1100" b="0">
                          <a:solidFill>
                            <a:srgbClr val="333333"/>
                          </a:solidFill>
                          <a:latin typeface="Fira Code"/>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Sub::failsafe_ekf_check()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magVar;</a:t>
                      </a:r>
                    </a:p>
                    <a:p>
                      <a:pPr algn="l">
                        <a:lnSpc>
                          <a:spcPct val="106000"/>
                        </a:lnSpc>
                        <a:spcAft>
                          <a:spcPts val="0"/>
                        </a:spcAft>
                      </a:pPr>
                      <a:r>
                        <a:rPr sz="1100" b="0">
                          <a:solidFill>
                            <a:srgbClr val="333333"/>
                          </a:solidFill>
                          <a:latin typeface="Fira Code"/>
                        </a:rPr>
                        <a:t>float compass_variance;</a:t>
                      </a:r>
                    </a:p>
                    <a:p>
                      <a:pPr algn="l">
                        <a:lnSpc>
                          <a:spcPct val="106000"/>
                        </a:lnSpc>
                        <a:spcAft>
                          <a:spcPts val="0"/>
                        </a:spcAft>
                      </a:pPr>
                      <a:r>
                        <a:rPr sz="1100" b="0">
                          <a:solidFill>
                            <a:srgbClr val="333333"/>
                          </a:solidFill>
                          <a:latin typeface="Fira Code"/>
                        </a:rPr>
                        <a:t>float vel_variance;</a:t>
                      </a:r>
                    </a:p>
                    <a:p>
                      <a:pPr algn="l">
                        <a:lnSpc>
                          <a:spcPct val="106000"/>
                        </a:lnSpc>
                        <a:spcAft>
                          <a:spcPts val="0"/>
                        </a:spcAft>
                      </a:pPr>
                      <a:r>
                        <a:rPr sz="1100" b="0">
                          <a:solidFill>
                            <a:srgbClr val="333333"/>
                          </a:solidFill>
                          <a:latin typeface="Fira Code"/>
                        </a:rPr>
                        <a:t>ahrs.get_variances(vel_variance, posVar, hgtVar, magVar, tasVar);</a:t>
                      </a:r>
                    </a:p>
                    <a:p>
                      <a:pPr algn="l">
                        <a:lnSpc>
                          <a:spcPct val="106000"/>
                        </a:lnSpc>
                        <a:spcAft>
                          <a:spcPts val="0"/>
                        </a:spcAft>
                      </a:pPr>
                      <a:r>
                        <a:rPr sz="1100" b="0">
                          <a:solidFill>
                            <a:srgbClr val="333333"/>
                          </a:solidFill>
                          <a:latin typeface="Fira Code"/>
                        </a:rPr>
                        <a:t>compass_variance = magVar.length();</a:t>
                      </a:r>
                    </a:p>
                    <a:p>
                      <a:pPr algn="l">
                        <a:lnSpc>
                          <a:spcPct val="106000"/>
                        </a:lnSpc>
                        <a:spcAft>
                          <a:spcPts val="0"/>
                        </a:spcAft>
                      </a:pPr>
                      <a:r>
                        <a:rPr sz="1100" b="0">
                          <a:solidFill>
                            <a:srgbClr val="333333"/>
                          </a:solidFill>
                          <a:latin typeface="Fira Code"/>
                        </a:rPr>
                        <a:t>if (compass_variance &lt; g.fs_ekf_thresh &amp;&amp; vel_variance &lt; g.fs_ekf_thresh) {</a:t>
                      </a:r>
                    </a:p>
                    <a:p>
                      <a:pPr algn="l">
                        <a:lnSpc>
                          <a:spcPct val="106000"/>
                        </a:lnSpc>
                        <a:spcAft>
                          <a:spcPts val="0"/>
                        </a:spcAft>
                      </a:pPr>
                      <a:r>
                        <a:rPr sz="1100" b="0">
                          <a:solidFill>
                            <a:srgbClr val="333333"/>
                          </a:solidFill>
                          <a:latin typeface="Fira Code"/>
                        </a:rPr>
                        <a:t>last_ekf_good_ms = AP_HAL::millis();</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Copter::crash_check() (attitude)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lean angle over 15 degrees</a:t>
                      </a:r>
                    </a:p>
                    <a:p>
                      <a:pPr algn="l">
                        <a:lnSpc>
                          <a:spcPct val="106000"/>
                        </a:lnSpc>
                        <a:spcAft>
                          <a:spcPts val="0"/>
                        </a:spcAft>
                      </a:pPr>
                      <a:r>
                        <a:rPr sz="1100" b="0">
                          <a:solidFill>
                            <a:srgbClr val="333333"/>
                          </a:solidFill>
                          <a:latin typeface="Fira Code"/>
                        </a:rPr>
                        <a:t>const float lean_angle_deg = degrees(acosf(ahrs.cos_roll()*ahrs.cos_pitch()));</a:t>
                      </a:r>
                    </a:p>
                    <a:p>
                      <a:pPr algn="l">
                        <a:lnSpc>
                          <a:spcPct val="106000"/>
                        </a:lnSpc>
                        <a:spcAft>
                          <a:spcPts val="0"/>
                        </a:spcAft>
                      </a:pPr>
                      <a:r>
                        <a:rPr sz="1100" b="0">
                          <a:solidFill>
                            <a:srgbClr val="333333"/>
                          </a:solidFill>
                          <a:latin typeface="Fira Code"/>
                        </a:rPr>
                        <a:t>if (lean_angle_deg &lt;= CRASH_CHECK_ANGLE_MIN_DEG)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angle error over 30 degrees</a:t>
                      </a:r>
                    </a:p>
                    <a:p>
                      <a:pPr algn="l">
                        <a:lnSpc>
                          <a:spcPct val="106000"/>
                        </a:lnSpc>
                        <a:spcAft>
                          <a:spcPts val="0"/>
                        </a:spcAft>
                      </a:pPr>
                      <a:r>
                        <a:rPr sz="1100" b="0">
                          <a:solidFill>
                            <a:srgbClr val="333333"/>
                          </a:solidFill>
                          <a:latin typeface="Fira Code"/>
                        </a:rPr>
                        <a:t>const float angle_error = attitude_control-&gt;get_att_error_angle_deg();</a:t>
                      </a:r>
                    </a:p>
                    <a:p>
                      <a:pPr algn="l">
                        <a:lnSpc>
                          <a:spcPct val="106000"/>
                        </a:lnSpc>
                        <a:spcAft>
                          <a:spcPts val="0"/>
                        </a:spcAft>
                      </a:pPr>
                      <a:r>
                        <a:rPr sz="1100" b="0">
                          <a:solidFill>
                            <a:srgbClr val="333333"/>
                          </a:solidFill>
                          <a:latin typeface="Fira Code"/>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Copter::crash_check() (velocity)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speed under 10m/s (if available)</a:t>
                      </a:r>
                    </a:p>
                    <a:p>
                      <a:pPr algn="l">
                        <a:lnSpc>
                          <a:spcPct val="106000"/>
                        </a:lnSpc>
                        <a:spcAft>
                          <a:spcPts val="0"/>
                        </a:spcAft>
                      </a:pPr>
                      <a:r>
                        <a:rPr sz="1100" b="0">
                          <a:solidFill>
                            <a:srgbClr val="333333"/>
                          </a:solidFill>
                          <a:latin typeface="Fira Code"/>
                        </a:rPr>
                        <a:t>Vector3f vel_ned;</a:t>
                      </a:r>
                    </a:p>
                    <a:p>
                      <a:pPr algn="l">
                        <a:lnSpc>
                          <a:spcPct val="106000"/>
                        </a:lnSpc>
                        <a:spcAft>
                          <a:spcPts val="0"/>
                        </a:spcAft>
                      </a:pPr>
                      <a:r>
                        <a:rPr sz="1100" b="0">
                          <a:solidFill>
                            <a:srgbClr val="333333"/>
                          </a:solidFill>
                          <a:latin typeface="Fira Code"/>
                        </a:rPr>
                        <a:t>if (ahrs.get_velocity_NED(vel_ned) &amp;&amp; (vel_ned.length() &gt;= CRASH_CHECK_SPEED_MAX))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GCS_MAVLINK_Plane::send_nav_controller_output()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(plane.control_mode == &amp;plane.mode_manual)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const QuadPlane &amp;quadplane = plane.quadplane;</a:t>
                      </a:r>
                    </a:p>
                    <a:p>
                      <a:pPr algn="l">
                        <a:lnSpc>
                          <a:spcPct val="106000"/>
                        </a:lnSpc>
                        <a:spcAft>
                          <a:spcPts val="0"/>
                        </a:spcAft>
                      </a:pPr>
                      <a:r>
                        <a:rPr sz="1100" b="0">
                          <a:solidFill>
                            <a:srgbClr val="333333"/>
                          </a:solidFill>
                          <a:latin typeface="Fira Code"/>
                        </a:rPr>
                        <a:t>if (quadplane.show_vtol_view() &amp;&amp; quadplane.using_wp_nav()) {</a:t>
                      </a:r>
                    </a:p>
                    <a:p>
                      <a:pPr algn="l">
                        <a:lnSpc>
                          <a:spcPct val="106000"/>
                        </a:lnSpc>
                        <a:spcAft>
                          <a:spcPts val="0"/>
                        </a:spcAft>
                      </a:pPr>
                      <a:r>
                        <a:rPr sz="1100" b="0">
                          <a:solidFill>
                            <a:srgbClr val="333333"/>
                          </a:solidFill>
                          <a:latin typeface="Fira Code"/>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Plane::calc_nav_roll()</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calculate a new nav_roll_cd from the navigation controller</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int32_t commanded_roll = nav_controller-&gt;nav_roll_cd();</a:t>
                      </a:r>
                    </a:p>
                    <a:p>
                      <a:pPr algn="l">
                        <a:lnSpc>
                          <a:spcPct val="106000"/>
                        </a:lnSpc>
                        <a:spcAft>
                          <a:spcPts val="0"/>
                        </a:spcAft>
                      </a:pPr>
                      <a:r>
                        <a:rPr sz="1100" b="0">
                          <a:solidFill>
                            <a:srgbClr val="333333"/>
                          </a:solidFill>
                          <a:latin typeface="Fira Code"/>
                        </a:rPr>
                        <a:t>nav_roll_cd = constrain_int32(commanded_roll, -roll_limit_cd,</a:t>
                      </a:r>
                    </a:p>
                    <a:p>
                      <a:pPr algn="l">
                        <a:lnSpc>
                          <a:spcPct val="106000"/>
                        </a:lnSpc>
                        <a:spcAft>
                          <a:spcPts val="0"/>
                        </a:spcAft>
                      </a:pPr>
                      <a:r>
                        <a:rPr sz="1100" b="0">
                          <a:solidFill>
                            <a:srgbClr val="333333"/>
                          </a:solidFill>
                          <a:latin typeface="Fira Code"/>
                        </a:rPr>
                        <a:t>roll_limit_cd);</a:t>
                      </a:r>
                    </a:p>
                    <a:p>
                      <a:pPr algn="l">
                        <a:lnSpc>
                          <a:spcPct val="106000"/>
                        </a:lnSpc>
                        <a:spcAft>
                          <a:spcPts val="0"/>
                        </a:spcAft>
                      </a:pPr>
                      <a:r>
                        <a:rPr sz="1100" b="0">
                          <a:solidFill>
                            <a:srgbClr val="333333"/>
                          </a:solidFill>
                          <a:latin typeface="Fira Code"/>
                        </a:rPr>
                        <a:t>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Plane::navigate()</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 not navigate with corrupt data</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(!have_position)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Plane::calc_gndspeed_undershoot()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if (ahrs.have_inertial_nav() &amp;&amp; ahrs.get_velocity_NED(velNED))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Matrix3f &amp;rotMat = ahrs.get_rotation_body_to_ned();</a:t>
                      </a:r>
                    </a:p>
                    <a:p>
                      <a:pPr algn="l">
                        <a:lnSpc>
                          <a:spcPct val="106000"/>
                        </a:lnSpc>
                        <a:spcAft>
                          <a:spcPts val="0"/>
                        </a:spcAft>
                      </a:pPr>
                      <a:r>
                        <a:rPr sz="1100" b="0">
                          <a:solidFill>
                            <a:srgbClr val="333333"/>
                          </a:solidFill>
                          <a:latin typeface="Fira Code"/>
                        </a:rPr>
                        <a:t>Vector2f yawVect = Vector2f(rotMat.a.x,rotMat.b.x);</a:t>
                      </a:r>
                    </a:p>
                    <a:p>
                      <a:pPr algn="l">
                        <a:lnSpc>
                          <a:spcPct val="106000"/>
                        </a:lnSpc>
                        <a:spcAft>
                          <a:spcPts val="0"/>
                        </a:spcAft>
                      </a:pPr>
                      <a:r>
                        <a:rPr sz="1100" b="0">
                          <a:solidFill>
                            <a:srgbClr val="333333"/>
                          </a:solidFill>
                          <a:latin typeface="Fira Code"/>
                        </a:rPr>
                        <a:t>if (!yawVect.is_zero()) {</a:t>
                      </a:r>
                    </a:p>
                    <a:p>
                      <a:pPr algn="l">
                        <a:lnSpc>
                          <a:spcPct val="106000"/>
                        </a:lnSpc>
                        <a:spcAft>
                          <a:spcPts val="0"/>
                        </a:spcAft>
                      </a:pPr>
                      <a:r>
                        <a:rPr sz="1100" b="0">
                          <a:solidFill>
                            <a:srgbClr val="333333"/>
                          </a:solidFill>
                          <a:latin typeface="Fira Code"/>
                        </a:rPr>
                        <a:t>yawVect.normalize();</a:t>
                      </a:r>
                    </a:p>
                    <a:p>
                      <a:pPr algn="l">
                        <a:lnSpc>
                          <a:spcPct val="106000"/>
                        </a:lnSpc>
                        <a:spcAft>
                          <a:spcPts val="0"/>
                        </a:spcAft>
                      </a:pPr>
                      <a:r>
                        <a:rPr sz="1100" b="0">
                          <a:solidFill>
                            <a:srgbClr val="333333"/>
                          </a:solidFill>
                          <a:latin typeface="Fira Code"/>
                        </a:rPr>
                        <a:t>float gndSpdFwd = yawVect * velNED.xy();</a:t>
                      </a:r>
                    </a:p>
                    <a:p>
                      <a:pPr algn="l">
                        <a:lnSpc>
                          <a:spcPct val="106000"/>
                        </a:lnSpc>
                        <a:spcAft>
                          <a:spcPts val="0"/>
                        </a:spcAft>
                      </a:pPr>
                      <a:r>
                        <a:rPr sz="1100" b="0">
                          <a:solidFill>
                            <a:srgbClr val="333333"/>
                          </a:solidFill>
                          <a:latin typeface="Fira Code"/>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Copter::failsafe_check()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Plane::failsafe_check()</a:t>
                      </a:r>
                    </a:p>
                    <a:p>
                      <a:pPr algn="l">
                        <a:lnSpc>
                          <a:spcPct val="106000"/>
                        </a:lnSpc>
                        <a:spcAft>
                          <a:spcPts val="0"/>
                        </a:spcAft>
                      </a:pPr>
                      <a:r>
                        <a:rPr sz="1100" b="0">
                          <a:solidFill>
                            <a:srgbClr val="333333"/>
                          </a:solidFill>
                          <a:latin typeface="Fira Code"/>
                        </a:rPr>
                        <a:t>    uint32_t tnow = 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in_failsafe = false;</a:t>
                      </a:r>
                    </a:p>
                    <a:p>
                      <a:pPr algn="l">
                        <a:lnSpc>
                          <a:spcPct val="106000"/>
                        </a:lnSpc>
                        <a:spcAft>
                          <a:spcPts val="0"/>
                        </a:spcAft>
                      </a:pPr>
                      <a:r>
                        <a:rPr sz="1100" b="0">
                          <a:solidFill>
                            <a:srgbClr val="333333"/>
                          </a:solidFill>
                          <a:latin typeface="Fira Code"/>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Rover::failsafe_check()</a:t>
                      </a:r>
                    </a:p>
                    <a:p>
                      <a:pPr algn="l">
                        <a:lnSpc>
                          <a:spcPct val="106000"/>
                        </a:lnSpc>
                        <a:spcAft>
                          <a:spcPts val="0"/>
                        </a:spcAft>
                      </a:pPr>
                      <a:r>
                        <a:rPr sz="1100" b="0">
                          <a:solidFill>
                            <a:srgbClr val="333333"/>
                          </a:solidFill>
                          <a:latin typeface="Fira Code"/>
                        </a:rPr>
                        <a:t>    const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31-39</a:t>
                      </a:r>
                      <a:r>
                        <a:rPr sz="1100" b="0">
                          <a:solidFill>
                            <a:srgbClr val="999999"/>
                          </a:solidFill>
                          <a:latin typeface="Fira Code"/>
                        </a:rPr>
                        <a:t>  ·  </a:t>
                      </a:r>
                      <a:r>
                        <a:rPr sz="1100" b="0">
                          <a:solidFill>
                            <a:srgbClr val="999999"/>
                          </a:solidFill>
                          <a:latin typeface="Fira Code"/>
                        </a:rPr>
                        <a:t>Sub::mainloop_failsafe_check()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Blimp/failsafe.cpp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Blimp::failsafe_check()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2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84-88</a:t>
                      </a:r>
                      <a:r>
                        <a:rPr sz="1100" b="0">
                          <a:solidFill>
                            <a:srgbClr val="999999"/>
                          </a:solidFill>
                          <a:latin typeface="Fira Code"/>
                        </a:rPr>
                        <a:t>  ·  </a:t>
                      </a:r>
                      <a:r>
                        <a:rPr sz="1100" b="0">
                          <a:solidFill>
                            <a:srgbClr val="999999"/>
                          </a:solidFill>
                          <a:latin typeface="Fira Code"/>
                        </a:rPr>
                        <a:t>Copter::ekf_check()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78-82</a:t>
                      </a:r>
                      <a:r>
                        <a:rPr sz="1100" b="0">
                          <a:solidFill>
                            <a:srgbClr val="999999"/>
                          </a:solidFill>
                          <a:latin typeface="Fira Code"/>
                        </a:rPr>
                        <a:t>  ·  </a:t>
                      </a:r>
                      <a:r>
                        <a:rPr sz="1100" b="0">
                          <a:solidFill>
                            <a:srgbClr val="999999"/>
                          </a:solidFill>
                          <a:latin typeface="Fira Code"/>
                        </a:rPr>
                        <a:t>Plane::ekf_check()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125-130</a:t>
                      </a:r>
                      <a:r>
                        <a:rPr sz="1100" b="0">
                          <a:solidFill>
                            <a:srgbClr val="999999"/>
                          </a:solidFill>
                          <a:latin typeface="Fira Code"/>
                        </a:rPr>
                        <a:t>  ·  </a:t>
                      </a:r>
                      <a:r>
                        <a:rPr sz="1100" b="0">
                          <a:solidFill>
                            <a:srgbClr val="999999"/>
                          </a:solidFill>
                          <a:latin typeface="Fira Code"/>
                        </a:rPr>
                        <a:t>Sub::failsafe_ekf_check() — 2 s confirm hysteresis</a:t>
                      </a:r>
                    </a:p>
                    <a:p>
                      <a:pPr algn="l">
                        <a:lnSpc>
                          <a:spcPct val="106000"/>
                        </a:lnSpc>
                        <a:spcAft>
                          <a:spcPts val="0"/>
                        </a:spcAft>
                      </a:pPr>
                      <a:r>
                        <a:rPr sz="1100" b="0">
                          <a:solidFill>
                            <a:srgbClr val="333333"/>
                          </a:solidFill>
                          <a:latin typeface="Fira Code"/>
                        </a:rPr>
                        <a:t>    // Bad EKF for 2 solid seconds triggers failsafe</a:t>
                      </a:r>
                    </a:p>
                    <a:p>
                      <a:pPr algn="l">
                        <a:lnSpc>
                          <a:spcPct val="106000"/>
                        </a:lnSpc>
                        <a:spcAft>
                          <a:spcPts val="0"/>
                        </a:spcAft>
                      </a:pPr>
                      <a:r>
                        <a:rPr sz="1100" b="0">
                          <a:solidFill>
                            <a:srgbClr val="333333"/>
                          </a:solidFill>
                          <a:latin typeface="Fira Code"/>
                        </a:rPr>
                        <a:t>    if (AP_HAL::millis() &lt; last_ekf_good_ms + 2000) {</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125-132</a:t>
                      </a:r>
                      <a:r>
                        <a:rPr sz="1100" b="0">
                          <a:solidFill>
                            <a:srgbClr val="999999"/>
                          </a:solidFill>
                          <a:latin typeface="Fira Code"/>
                        </a:rPr>
                        <a:t>  ·  </a:t>
                      </a:r>
                      <a:r>
                        <a:rPr sz="1100" b="0">
                          <a:solidFill>
                            <a:srgbClr val="999999"/>
                          </a:solidFill>
                          <a:latin typeface="Fira Code"/>
                        </a:rPr>
                        <a:t>Copter::ekf_over_threshold() — dt filtering</a:t>
                      </a:r>
                    </a:p>
                    <a:p>
                      <a:pPr algn="l">
                        <a:lnSpc>
                          <a:spcPct val="106000"/>
                        </a:lnSpc>
                        <a:spcAft>
                          <a:spcPts val="0"/>
                        </a:spcAft>
                      </a:pPr>
                      <a:r>
                        <a:rPr sz="1100" b="0">
                          <a:solidFill>
                            <a:srgbClr val="333333"/>
                          </a:solidFill>
                          <a:latin typeface="Fira Code"/>
                        </a:rPr>
                        <a:t>    uint32_t now_us = AP_HAL::micros();</a:t>
                      </a:r>
                    </a:p>
                    <a:p>
                      <a:pPr algn="l">
                        <a:lnSpc>
                          <a:spcPct val="106000"/>
                        </a:lnSpc>
                        <a:spcAft>
                          <a:spcPts val="0"/>
                        </a:spcAft>
                      </a:pPr>
                      <a:r>
                        <a:rPr sz="1100" b="0">
                          <a:solidFill>
                            <a:srgbClr val="333333"/>
                          </a:solidFill>
                          <a:latin typeface="Fira Code"/>
                        </a:rPr>
                        <a:t>    float dt = (now_us - last_ekf_check_us) * 1e-6f;</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always update filtered values as this serves the vibration check as well</a:t>
                      </a:r>
                    </a:p>
                    <a:p>
                      <a:pPr algn="l">
                        <a:lnSpc>
                          <a:spcPct val="106000"/>
                        </a:lnSpc>
                        <a:spcAft>
                          <a:spcPts val="0"/>
                        </a:spcAft>
                      </a:pPr>
                      <a:r>
                        <a:rPr sz="1100" b="0">
                          <a:solidFill>
                            <a:srgbClr val="333333"/>
                          </a:solidFill>
                          <a:latin typeface="Fira Code"/>
                        </a:rPr>
                        <a:t>    position_var = pos_variance_filt.apply(position_var, dt);</a:t>
                      </a:r>
                    </a:p>
                    <a:p>
                      <a:pPr algn="l">
                        <a:lnSpc>
                          <a:spcPct val="106000"/>
                        </a:lnSpc>
                        <a:spcAft>
                          <a:spcPts val="0"/>
                        </a:spcAft>
                      </a:pPr>
                      <a:r>
                        <a:rPr sz="1100" b="0">
                          <a:solidFill>
                            <a:srgbClr val="333333"/>
                          </a:solidFill>
                          <a:latin typeface="Fira Code"/>
                        </a:rPr>
                        <a:t>    vel_var = vel_variance_filt.apply(vel_var, dt);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8-16</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40U)) { // 25Hz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6-14</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100U)) { // 10Hz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in_failsafe = false;</a:t>
                      </a:r>
                    </a:p>
                    <a:p>
                      <a:pPr algn="l">
                        <a:lnSpc>
                          <a:spcPct val="106000"/>
                        </a:lnSpc>
                        <a:spcAft>
                          <a:spcPts val="0"/>
                        </a:spcAft>
                      </a:pPr>
                      <a:r>
                        <a:rPr sz="1100" b="0">
                          <a:solidFill>
                            <a:srgbClr val="333333"/>
                          </a:solidFill>
                          <a:latin typeface="Fira Code"/>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Sub::mainloop_failsafe_check()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Blimp::failsafe_check()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Sub::failsafe_ekf_check() (2 s hysteresis)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Bad EKF for 2 solid seconds triggers failsafe</a:t>
                      </a:r>
                    </a:p>
                    <a:p>
                      <a:pPr algn="l">
                        <a:lnSpc>
                          <a:spcPct val="106000"/>
                        </a:lnSpc>
                        <a:spcAft>
                          <a:spcPts val="0"/>
                        </a:spcAft>
                      </a:pPr>
                      <a:r>
                        <a:rPr sz="1100" b="0">
                          <a:solidFill>
                            <a:srgbClr val="333333"/>
                          </a:solidFill>
                          <a:latin typeface="Fira Code"/>
                        </a:rPr>
                        <a:t>if (AP_HAL::millis() &lt; last_ekf_good_ms + 2000) {</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Copter::ekf_over_threshold() (dt)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now_us = AP_HAL::micros();</a:t>
                      </a:r>
                    </a:p>
                    <a:p>
                      <a:pPr algn="l">
                        <a:lnSpc>
                          <a:spcPct val="106000"/>
                        </a:lnSpc>
                        <a:spcAft>
                          <a:spcPts val="0"/>
                        </a:spcAft>
                      </a:pPr>
                      <a:r>
                        <a:rPr sz="1100" b="0">
                          <a:solidFill>
                            <a:srgbClr val="333333"/>
                          </a:solidFill>
                          <a:latin typeface="Fira Code"/>
                        </a:rPr>
                        <a:t>float dt = (now_us - last_ekf_check_us) * 1e-6f;</a:t>
                      </a:r>
                    </a:p>
                    <a:p>
                      <a:pPr algn="l">
                        <a:lnSpc>
                          <a:spcPct val="106000"/>
                        </a:lnSpc>
                        <a:spcAft>
                          <a:spcPts val="0"/>
                        </a:spcAft>
                      </a:pPr>
                      <a:r>
                        <a:rPr sz="1100" b="0">
                          <a:solidFill>
                            <a:srgbClr val="333333"/>
                          </a:solidFill>
                          <a:latin typeface="Fira Code"/>
                        </a:rPr>
                        <a:t>// always update filtered values as this serves the vibration</a:t>
                      </a:r>
                    </a:p>
                    <a:p>
                      <a:pPr algn="l">
                        <a:lnSpc>
                          <a:spcPct val="106000"/>
                        </a:lnSpc>
                        <a:spcAft>
                          <a:spcPts val="0"/>
                        </a:spcAft>
                      </a:pPr>
                      <a:r>
                        <a:rPr sz="1100" b="0">
                          <a:solidFill>
                            <a:srgbClr val="333333"/>
                          </a:solidFill>
                          <a:latin typeface="Fira Code"/>
                        </a:rPr>
                        <a:t>check as well</a:t>
                      </a:r>
                    </a:p>
                    <a:p>
                      <a:pPr algn="l">
                        <a:lnSpc>
                          <a:spcPct val="106000"/>
                        </a:lnSpc>
                        <a:spcAft>
                          <a:spcPts val="0"/>
                        </a:spcAft>
                      </a:pPr>
                      <a:r>
                        <a:rPr sz="1100" b="0">
                          <a:solidFill>
                            <a:srgbClr val="333333"/>
                          </a:solidFill>
                          <a:latin typeface="Fira Code"/>
                        </a:rPr>
                        <a:t>position_var = pos_variance_filt.apply(position_var, dt);</a:t>
                      </a:r>
                    </a:p>
                    <a:p>
                      <a:pPr algn="l">
                        <a:lnSpc>
                          <a:spcPct val="106000"/>
                        </a:lnSpc>
                        <a:spcAft>
                          <a:spcPts val="0"/>
                        </a:spcAft>
                      </a:pPr>
                      <a:r>
                        <a:rPr sz="1100" b="0">
                          <a:solidFill>
                            <a:srgbClr val="333333"/>
                          </a:solidFill>
                          <a:latin typeface="Fira Code"/>
                        </a:rPr>
                        <a:t>vel_var = vel_variance_filt.apply(vel_var, dt);</a:t>
                      </a:r>
                    </a:p>
                    <a:p>
                      <a:pPr algn="l">
                        <a:lnSpc>
                          <a:spcPct val="106000"/>
                        </a:lnSpc>
                        <a:spcAft>
                          <a:spcPts val="0"/>
                        </a:spcAft>
                      </a:pPr>
                      <a:r>
                        <a:rPr sz="1100" b="0">
                          <a:solidFill>
                            <a:srgbClr val="333333"/>
                          </a:solidFill>
                          <a:latin typeface="Fira Code"/>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40U)) { // 25Hz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100U)) { // 10Hz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no metric and no count: every figure on every slide is a figure the audit states,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Read across a row to check the audit’s own figure against the slides that represent it.</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2935285"/>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291503"/>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4131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figure printed here is a figure the audit states;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33459</Words>
  <PresentationFormat>Widescreen</PresentationFormat>
  <Paragraphs>7021</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2026-08-01T15:42:26Z</dcterms:created>
  <dcterms:modified xsi:type="dcterms:W3CDTF">2026-08-01T15:42:26Z</dcterms:modified>
</cp:coreProperties>
</file>